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Stasiun</c:v>
                </c:pt>
              </c:strCache>
            </c:strRef>
          </c:tx>
          <c:spPr>
            <a:solidFill>
              <a:srgbClr val="F5A623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xVal>
            <c:numRef>
              <c:f>Sheet1!$A$2:$A$429</c:f>
              <c:numCache>
                <c:formatCode>General</c:formatCode>
                <c:ptCount val="428"/>
                <c:pt idx="0">
                  <c:v>-73.949</c:v>
                </c:pt>
                <c:pt idx="1">
                  <c:v>-73.9817</c:v>
                </c:pt>
                <c:pt idx="2">
                  <c:v>-74.0001</c:v>
                </c:pt>
                <c:pt idx="3">
                  <c:v>-73.7682</c:v>
                </c:pt>
                <c:pt idx="4">
                  <c:v>-73.9118</c:v>
                </c:pt>
                <c:pt idx="5">
                  <c:v>-74.0036</c:v>
                </c:pt>
                <c:pt idx="6">
                  <c:v>-73.8837</c:v>
                </c:pt>
                <c:pt idx="7">
                  <c:v>-73.9179</c:v>
                </c:pt>
                <c:pt idx="8">
                  <c:v>-73.9929</c:v>
                </c:pt>
                <c:pt idx="9">
                  <c:v>-73.9077</c:v>
                </c:pt>
                <c:pt idx="10">
                  <c:v>-73.8445</c:v>
                </c:pt>
                <c:pt idx="11">
                  <c:v>-73.9576</c:v>
                </c:pt>
                <c:pt idx="12">
                  <c:v>-73.9934</c:v>
                </c:pt>
                <c:pt idx="13">
                  <c:v>-73.8972</c:v>
                </c:pt>
                <c:pt idx="14">
                  <c:v>-73.88</c:v>
                </c:pt>
                <c:pt idx="15">
                  <c:v>-73.9965</c:v>
                </c:pt>
                <c:pt idx="16">
                  <c:v>-73.9937</c:v>
                </c:pt>
                <c:pt idx="17">
                  <c:v>-73.9799</c:v>
                </c:pt>
                <c:pt idx="18">
                  <c:v>-73.9442</c:v>
                </c:pt>
                <c:pt idx="19">
                  <c:v>-73.9964</c:v>
                </c:pt>
                <c:pt idx="20">
                  <c:v>-73.9982</c:v>
                </c:pt>
                <c:pt idx="21">
                  <c:v>-73.7613</c:v>
                </c:pt>
                <c:pt idx="22">
                  <c:v>-73.9746</c:v>
                </c:pt>
                <c:pt idx="23">
                  <c:v>-73.9328</c:v>
                </c:pt>
                <c:pt idx="24">
                  <c:v>-73.8846</c:v>
                </c:pt>
                <c:pt idx="25">
                  <c:v>-73.9673</c:v>
                </c:pt>
                <c:pt idx="26">
                  <c:v>-73.9721</c:v>
                </c:pt>
                <c:pt idx="27">
                  <c:v>-74.0117</c:v>
                </c:pt>
                <c:pt idx="28">
                  <c:v>-73.9875</c:v>
                </c:pt>
                <c:pt idx="29">
                  <c:v>-73.996</c:v>
                </c:pt>
                <c:pt idx="30">
                  <c:v>-73.8725</c:v>
                </c:pt>
                <c:pt idx="31">
                  <c:v>-74.0748</c:v>
                </c:pt>
                <c:pt idx="32">
                  <c:v>-73.971</c:v>
                </c:pt>
                <c:pt idx="33">
                  <c:v>-73.8906</c:v>
                </c:pt>
                <c:pt idx="34">
                  <c:v>-73.9691</c:v>
                </c:pt>
                <c:pt idx="35">
                  <c:v>-73.9504</c:v>
                </c:pt>
                <c:pt idx="36">
                  <c:v>-73.9192</c:v>
                </c:pt>
                <c:pt idx="37">
                  <c:v>-73.9533</c:v>
                </c:pt>
                <c:pt idx="38">
                  <c:v>-73.9934</c:v>
                </c:pt>
                <c:pt idx="39">
                  <c:v>-73.8527</c:v>
                </c:pt>
                <c:pt idx="40">
                  <c:v>-73.9274</c:v>
                </c:pt>
                <c:pt idx="41">
                  <c:v>-73.9288</c:v>
                </c:pt>
                <c:pt idx="42">
                  <c:v>-73.8326</c:v>
                </c:pt>
                <c:pt idx="43">
                  <c:v>-74.0119</c:v>
                </c:pt>
                <c:pt idx="44">
                  <c:v>-73.8695</c:v>
                </c:pt>
                <c:pt idx="45">
                  <c:v>-73.9797</c:v>
                </c:pt>
                <c:pt idx="46">
                  <c:v>-73.9214</c:v>
                </c:pt>
                <c:pt idx="47">
                  <c:v>-73.9943</c:v>
                </c:pt>
                <c:pt idx="48">
                  <c:v>-73.9048</c:v>
                </c:pt>
                <c:pt idx="49">
                  <c:v>-73.9582</c:v>
                </c:pt>
                <c:pt idx="50">
                  <c:v>-73.9569</c:v>
                </c:pt>
                <c:pt idx="51">
                  <c:v>-73.9484</c:v>
                </c:pt>
                <c:pt idx="52">
                  <c:v>-73.8992</c:v>
                </c:pt>
                <c:pt idx="53">
                  <c:v>-74.0053</c:v>
                </c:pt>
                <c:pt idx="54">
                  <c:v>-73.944</c:v>
                </c:pt>
                <c:pt idx="55">
                  <c:v>-73.9052</c:v>
                </c:pt>
                <c:pt idx="56">
                  <c:v>-73.9578</c:v>
                </c:pt>
                <c:pt idx="57">
                  <c:v>-73.9041</c:v>
                </c:pt>
                <c:pt idx="58">
                  <c:v>-73.808</c:v>
                </c:pt>
                <c:pt idx="59">
                  <c:v>-73.9396</c:v>
                </c:pt>
                <c:pt idx="60">
                  <c:v>-73.8363</c:v>
                </c:pt>
                <c:pt idx="61">
                  <c:v>-73.9503</c:v>
                </c:pt>
                <c:pt idx="62">
                  <c:v>-73.8603</c:v>
                </c:pt>
                <c:pt idx="63">
                  <c:v>-73.8136</c:v>
                </c:pt>
                <c:pt idx="64">
                  <c:v>-73.9422</c:v>
                </c:pt>
                <c:pt idx="65">
                  <c:v>-73.9979</c:v>
                </c:pt>
                <c:pt idx="66">
                  <c:v>-73.9645</c:v>
                </c:pt>
                <c:pt idx="67">
                  <c:v>-73.8276</c:v>
                </c:pt>
                <c:pt idx="68">
                  <c:v>-74.0029</c:v>
                </c:pt>
                <c:pt idx="69">
                  <c:v>-73.9407</c:v>
                </c:pt>
                <c:pt idx="70">
                  <c:v>-73.904</c:v>
                </c:pt>
                <c:pt idx="71">
                  <c:v>-73.938</c:v>
                </c:pt>
                <c:pt idx="72">
                  <c:v>-73.914</c:v>
                </c:pt>
                <c:pt idx="73">
                  <c:v>-73.7885</c:v>
                </c:pt>
                <c:pt idx="74">
                  <c:v>-73.9642</c:v>
                </c:pt>
                <c:pt idx="75">
                  <c:v>-74.0054</c:v>
                </c:pt>
                <c:pt idx="76">
                  <c:v>-73.9476</c:v>
                </c:pt>
                <c:pt idx="77">
                  <c:v>-73.9077</c:v>
                </c:pt>
                <c:pt idx="78">
                  <c:v>-73.9764</c:v>
                </c:pt>
                <c:pt idx="79">
                  <c:v>-73.8512</c:v>
                </c:pt>
                <c:pt idx="80">
                  <c:v>-73.9342</c:v>
                </c:pt>
                <c:pt idx="81">
                  <c:v>-73.7936</c:v>
                </c:pt>
                <c:pt idx="82">
                  <c:v>-73.8964</c:v>
                </c:pt>
                <c:pt idx="83">
                  <c:v>-73.9816</c:v>
                </c:pt>
                <c:pt idx="84">
                  <c:v>-73.9569</c:v>
                </c:pt>
                <c:pt idx="85">
                  <c:v>-74.0284</c:v>
                </c:pt>
                <c:pt idx="86">
                  <c:v>-73.8995</c:v>
                </c:pt>
                <c:pt idx="87">
                  <c:v>-74.0035</c:v>
                </c:pt>
                <c:pt idx="88">
                  <c:v>-74.0141</c:v>
                </c:pt>
                <c:pt idx="89">
                  <c:v>-73.924</c:v>
                </c:pt>
                <c:pt idx="90">
                  <c:v>-73.9549</c:v>
                </c:pt>
                <c:pt idx="91">
                  <c:v>-73.9226</c:v>
                </c:pt>
                <c:pt idx="92">
                  <c:v>-73.8967</c:v>
                </c:pt>
                <c:pt idx="93">
                  <c:v>-73.8935</c:v>
                </c:pt>
                <c:pt idx="94">
                  <c:v>-73.843</c:v>
                </c:pt>
                <c:pt idx="95">
                  <c:v>-73.9584</c:v>
                </c:pt>
                <c:pt idx="96">
                  <c:v>-73.9294</c:v>
                </c:pt>
                <c:pt idx="97">
                  <c:v>-73.9938</c:v>
                </c:pt>
                <c:pt idx="98">
                  <c:v>-73.9089</c:v>
                </c:pt>
                <c:pt idx="99">
                  <c:v>-73.9762</c:v>
                </c:pt>
                <c:pt idx="100">
                  <c:v>-73.8896</c:v>
                </c:pt>
                <c:pt idx="101">
                  <c:v>-73.9376</c:v>
                </c:pt>
                <c:pt idx="102">
                  <c:v>-73.9255</c:v>
                </c:pt>
                <c:pt idx="103">
                  <c:v>-73.944</c:v>
                </c:pt>
                <c:pt idx="104">
                  <c:v>-73.9661</c:v>
                </c:pt>
                <c:pt idx="105">
                  <c:v>-73.9542</c:v>
                </c:pt>
                <c:pt idx="106">
                  <c:v>-73.9818</c:v>
                </c:pt>
                <c:pt idx="107">
                  <c:v>-73.831</c:v>
                </c:pt>
                <c:pt idx="108">
                  <c:v>-73.9804</c:v>
                </c:pt>
                <c:pt idx="109">
                  <c:v>-73.9868</c:v>
                </c:pt>
                <c:pt idx="110">
                  <c:v>-73.8651</c:v>
                </c:pt>
                <c:pt idx="111">
                  <c:v>-73.9134</c:v>
                </c:pt>
                <c:pt idx="112">
                  <c:v>-73.9552</c:v>
                </c:pt>
                <c:pt idx="113">
                  <c:v>-73.912</c:v>
                </c:pt>
                <c:pt idx="114">
                  <c:v>-73.9402</c:v>
                </c:pt>
                <c:pt idx="115">
                  <c:v>-73.9208</c:v>
                </c:pt>
                <c:pt idx="116">
                  <c:v>-73.9742</c:v>
                </c:pt>
                <c:pt idx="117">
                  <c:v>-73.7838</c:v>
                </c:pt>
                <c:pt idx="118">
                  <c:v>-73.9415</c:v>
                </c:pt>
                <c:pt idx="119">
                  <c:v>-73.9184</c:v>
                </c:pt>
                <c:pt idx="120">
                  <c:v>-73.9866</c:v>
                </c:pt>
                <c:pt idx="121">
                  <c:v>-73.9971</c:v>
                </c:pt>
                <c:pt idx="122">
                  <c:v>-73.8766</c:v>
                </c:pt>
                <c:pt idx="123">
                  <c:v>-73.86</c:v>
                </c:pt>
                <c:pt idx="124">
                  <c:v>-74.0063</c:v>
                </c:pt>
                <c:pt idx="125">
                  <c:v>-73.9511</c:v>
                </c:pt>
                <c:pt idx="126">
                  <c:v>-73.9166</c:v>
                </c:pt>
                <c:pt idx="127">
                  <c:v>-73.8792</c:v>
                </c:pt>
                <c:pt idx="128">
                  <c:v>-73.9504</c:v>
                </c:pt>
                <c:pt idx="129">
                  <c:v>-73.9884</c:v>
                </c:pt>
                <c:pt idx="130">
                  <c:v>-73.8787</c:v>
                </c:pt>
                <c:pt idx="131">
                  <c:v>-73.9509</c:v>
                </c:pt>
                <c:pt idx="132">
                  <c:v>-73.9031</c:v>
                </c:pt>
                <c:pt idx="133">
                  <c:v>-74.0006</c:v>
                </c:pt>
                <c:pt idx="134">
                  <c:v>-73.9594</c:v>
                </c:pt>
                <c:pt idx="135">
                  <c:v>-73.9977</c:v>
                </c:pt>
                <c:pt idx="136">
                  <c:v>-73.906</c:v>
                </c:pt>
                <c:pt idx="137">
                  <c:v>-73.8107</c:v>
                </c:pt>
                <c:pt idx="138">
                  <c:v>-73.9869</c:v>
                </c:pt>
                <c:pt idx="139">
                  <c:v>-73.9818</c:v>
                </c:pt>
                <c:pt idx="140">
                  <c:v>-73.83</c:v>
                </c:pt>
                <c:pt idx="141">
                  <c:v>-73.8808</c:v>
                </c:pt>
                <c:pt idx="142">
                  <c:v>-73.9502</c:v>
                </c:pt>
                <c:pt idx="143">
                  <c:v>-73.9274</c:v>
                </c:pt>
                <c:pt idx="144">
                  <c:v>-73.9926</c:v>
                </c:pt>
                <c:pt idx="145">
                  <c:v>-73.9101</c:v>
                </c:pt>
                <c:pt idx="146">
                  <c:v>-73.9184</c:v>
                </c:pt>
                <c:pt idx="147">
                  <c:v>-73.8959</c:v>
                </c:pt>
                <c:pt idx="148">
                  <c:v>-73.9408</c:v>
                </c:pt>
                <c:pt idx="149">
                  <c:v>-73.9523</c:v>
                </c:pt>
                <c:pt idx="150">
                  <c:v>-73.8692</c:v>
                </c:pt>
                <c:pt idx="151">
                  <c:v>-73.9816</c:v>
                </c:pt>
                <c:pt idx="152">
                  <c:v>-73.8616</c:v>
                </c:pt>
                <c:pt idx="153">
                  <c:v>-73.9534</c:v>
                </c:pt>
                <c:pt idx="154">
                  <c:v>-73.9947</c:v>
                </c:pt>
                <c:pt idx="155">
                  <c:v>-73.9288</c:v>
                </c:pt>
                <c:pt idx="156">
                  <c:v>-73.9184</c:v>
                </c:pt>
                <c:pt idx="157">
                  <c:v>-73.9105</c:v>
                </c:pt>
                <c:pt idx="158">
                  <c:v>-73.8671</c:v>
                </c:pt>
                <c:pt idx="159">
                  <c:v>-73.9372</c:v>
                </c:pt>
                <c:pt idx="160">
                  <c:v>-73.949</c:v>
                </c:pt>
                <c:pt idx="161">
                  <c:v>-74.0133</c:v>
                </c:pt>
                <c:pt idx="162">
                  <c:v>-73.8283</c:v>
                </c:pt>
                <c:pt idx="163">
                  <c:v>-73.9411</c:v>
                </c:pt>
                <c:pt idx="164">
                  <c:v>-73.902</c:v>
                </c:pt>
                <c:pt idx="165">
                  <c:v>-73.8258</c:v>
                </c:pt>
                <c:pt idx="166">
                  <c:v>-73.8359</c:v>
                </c:pt>
                <c:pt idx="167">
                  <c:v>-73.9899</c:v>
                </c:pt>
                <c:pt idx="168">
                  <c:v>-73.9449</c:v>
                </c:pt>
                <c:pt idx="169">
                  <c:v>-73.9031</c:v>
                </c:pt>
                <c:pt idx="170">
                  <c:v>-73.8663</c:v>
                </c:pt>
                <c:pt idx="171">
                  <c:v>-73.9053</c:v>
                </c:pt>
                <c:pt idx="172">
                  <c:v>-73.9628</c:v>
                </c:pt>
                <c:pt idx="173">
                  <c:v>-73.9733</c:v>
                </c:pt>
                <c:pt idx="174">
                  <c:v>-73.9599</c:v>
                </c:pt>
                <c:pt idx="175">
                  <c:v>-73.9843</c:v>
                </c:pt>
                <c:pt idx="176">
                  <c:v>-73.8206</c:v>
                </c:pt>
                <c:pt idx="177">
                  <c:v>-73.9838</c:v>
                </c:pt>
                <c:pt idx="178">
                  <c:v>-73.9639</c:v>
                </c:pt>
                <c:pt idx="179">
                  <c:v>-73.9724</c:v>
                </c:pt>
                <c:pt idx="180">
                  <c:v>-73.9951</c:v>
                </c:pt>
                <c:pt idx="181">
                  <c:v>-73.9255</c:v>
                </c:pt>
                <c:pt idx="182">
                  <c:v>-73.9197</c:v>
                </c:pt>
                <c:pt idx="183">
                  <c:v>-73.9428</c:v>
                </c:pt>
                <c:pt idx="184">
                  <c:v>-73.8626</c:v>
                </c:pt>
                <c:pt idx="185">
                  <c:v>-73.8984</c:v>
                </c:pt>
                <c:pt idx="186">
                  <c:v>-73.9472</c:v>
                </c:pt>
                <c:pt idx="187">
                  <c:v>-74.0005</c:v>
                </c:pt>
                <c:pt idx="188">
                  <c:v>-73.9336</c:v>
                </c:pt>
                <c:pt idx="189">
                  <c:v>-73.9178</c:v>
                </c:pt>
                <c:pt idx="190">
                  <c:v>-73.9931</c:v>
                </c:pt>
                <c:pt idx="191">
                  <c:v>-73.8847</c:v>
                </c:pt>
                <c:pt idx="192">
                  <c:v>-73.8919</c:v>
                </c:pt>
                <c:pt idx="193">
                  <c:v>-73.847</c:v>
                </c:pt>
                <c:pt idx="194">
                  <c:v>-73.9489</c:v>
                </c:pt>
                <c:pt idx="195">
                  <c:v>-73.9753</c:v>
                </c:pt>
                <c:pt idx="196">
                  <c:v>-73.8322</c:v>
                </c:pt>
                <c:pt idx="197">
                  <c:v>-73.9782</c:v>
                </c:pt>
                <c:pt idx="198">
                  <c:v>-73.9261</c:v>
                </c:pt>
                <c:pt idx="199">
                  <c:v>-73.9669</c:v>
                </c:pt>
                <c:pt idx="200">
                  <c:v>-73.9382</c:v>
                </c:pt>
                <c:pt idx="201">
                  <c:v>-73.9537</c:v>
                </c:pt>
                <c:pt idx="202">
                  <c:v>-73.9178</c:v>
                </c:pt>
                <c:pt idx="203">
                  <c:v>-73.9989</c:v>
                </c:pt>
                <c:pt idx="204">
                  <c:v>-73.9584</c:v>
                </c:pt>
                <c:pt idx="205">
                  <c:v>-73.9758</c:v>
                </c:pt>
                <c:pt idx="206">
                  <c:v>-73.9163</c:v>
                </c:pt>
                <c:pt idx="207">
                  <c:v>-73.8931</c:v>
                </c:pt>
                <c:pt idx="208">
                  <c:v>-73.9861</c:v>
                </c:pt>
                <c:pt idx="209">
                  <c:v>-73.8965</c:v>
                </c:pt>
                <c:pt idx="210">
                  <c:v>-73.8894</c:v>
                </c:pt>
                <c:pt idx="211">
                  <c:v>-73.9273</c:v>
                </c:pt>
                <c:pt idx="212">
                  <c:v>-73.9867</c:v>
                </c:pt>
                <c:pt idx="213">
                  <c:v>-73.8456</c:v>
                </c:pt>
                <c:pt idx="214">
                  <c:v>-73.7969</c:v>
                </c:pt>
                <c:pt idx="215">
                  <c:v>-73.9616</c:v>
                </c:pt>
                <c:pt idx="216">
                  <c:v>-74.0255</c:v>
                </c:pt>
                <c:pt idx="217">
                  <c:v>-74.0111</c:v>
                </c:pt>
                <c:pt idx="218">
                  <c:v>-73.8439</c:v>
                </c:pt>
                <c:pt idx="219">
                  <c:v>-73.9751</c:v>
                </c:pt>
                <c:pt idx="220">
                  <c:v>-73.9545</c:v>
                </c:pt>
                <c:pt idx="221">
                  <c:v>-73.9904</c:v>
                </c:pt>
                <c:pt idx="222">
                  <c:v>-73.9577</c:v>
                </c:pt>
                <c:pt idx="223">
                  <c:v>-73.9615</c:v>
                </c:pt>
                <c:pt idx="224">
                  <c:v>-73.9077</c:v>
                </c:pt>
                <c:pt idx="225">
                  <c:v>-73.9684</c:v>
                </c:pt>
                <c:pt idx="226">
                  <c:v>-73.9507</c:v>
                </c:pt>
                <c:pt idx="227">
                  <c:v>-74.0138</c:v>
                </c:pt>
                <c:pt idx="228">
                  <c:v>-73.8506</c:v>
                </c:pt>
                <c:pt idx="229">
                  <c:v>-73.9119</c:v>
                </c:pt>
                <c:pt idx="230">
                  <c:v>-73.985</c:v>
                </c:pt>
                <c:pt idx="231">
                  <c:v>-73.8443</c:v>
                </c:pt>
                <c:pt idx="232">
                  <c:v>-73.9442</c:v>
                </c:pt>
                <c:pt idx="233">
                  <c:v>-74.0069</c:v>
                </c:pt>
                <c:pt idx="234">
                  <c:v>-73.9754</c:v>
                </c:pt>
                <c:pt idx="235">
                  <c:v>-73.901</c:v>
                </c:pt>
                <c:pt idx="236">
                  <c:v>-73.8735</c:v>
                </c:pt>
                <c:pt idx="237">
                  <c:v>-73.9133</c:v>
                </c:pt>
                <c:pt idx="238">
                  <c:v>-73.9639</c:v>
                </c:pt>
                <c:pt idx="239">
                  <c:v>-73.9007</c:v>
                </c:pt>
                <c:pt idx="240">
                  <c:v>-73.8964</c:v>
                </c:pt>
                <c:pt idx="241">
                  <c:v>-73.8206</c:v>
                </c:pt>
                <c:pt idx="242">
                  <c:v>-73.8627</c:v>
                </c:pt>
                <c:pt idx="243">
                  <c:v>-73.776</c:v>
                </c:pt>
                <c:pt idx="244">
                  <c:v>-73.8033</c:v>
                </c:pt>
                <c:pt idx="245">
                  <c:v>-73.9307</c:v>
                </c:pt>
                <c:pt idx="246">
                  <c:v>-73.9782</c:v>
                </c:pt>
                <c:pt idx="247">
                  <c:v>-73.8575</c:v>
                </c:pt>
                <c:pt idx="248">
                  <c:v>-73.9541</c:v>
                </c:pt>
                <c:pt idx="249">
                  <c:v>-73.9147</c:v>
                </c:pt>
                <c:pt idx="250">
                  <c:v>-73.8303</c:v>
                </c:pt>
                <c:pt idx="251">
                  <c:v>-73.9608</c:v>
                </c:pt>
                <c:pt idx="252">
                  <c:v>-73.9536</c:v>
                </c:pt>
                <c:pt idx="253">
                  <c:v>-73.9009</c:v>
                </c:pt>
                <c:pt idx="254">
                  <c:v>-73.9188</c:v>
                </c:pt>
                <c:pt idx="255">
                  <c:v>-73.9668</c:v>
                </c:pt>
                <c:pt idx="256">
                  <c:v>-73.9504</c:v>
                </c:pt>
                <c:pt idx="257">
                  <c:v>-73.859</c:v>
                </c:pt>
                <c:pt idx="258">
                  <c:v>-73.9006</c:v>
                </c:pt>
                <c:pt idx="259">
                  <c:v>-73.9041</c:v>
                </c:pt>
                <c:pt idx="260">
                  <c:v>-73.8949</c:v>
                </c:pt>
                <c:pt idx="261">
                  <c:v>-73.8341</c:v>
                </c:pt>
                <c:pt idx="262">
                  <c:v>-73.963</c:v>
                </c:pt>
                <c:pt idx="263">
                  <c:v>-73.9863</c:v>
                </c:pt>
                <c:pt idx="264">
                  <c:v>-73.9911</c:v>
                </c:pt>
                <c:pt idx="265">
                  <c:v>-73.9734</c:v>
                </c:pt>
                <c:pt idx="266">
                  <c:v>-73.9928</c:v>
                </c:pt>
                <c:pt idx="267">
                  <c:v>-73.982</c:v>
                </c:pt>
                <c:pt idx="268">
                  <c:v>-73.9409</c:v>
                </c:pt>
                <c:pt idx="269">
                  <c:v>-74.0736</c:v>
                </c:pt>
                <c:pt idx="270">
                  <c:v>-73.9878</c:v>
                </c:pt>
                <c:pt idx="271">
                  <c:v>-73.9257</c:v>
                </c:pt>
                <c:pt idx="272">
                  <c:v>-73.9948</c:v>
                </c:pt>
                <c:pt idx="273">
                  <c:v>-73.7554</c:v>
                </c:pt>
                <c:pt idx="274">
                  <c:v>-73.9496</c:v>
                </c:pt>
                <c:pt idx="275">
                  <c:v>-73.8986</c:v>
                </c:pt>
                <c:pt idx="276">
                  <c:v>-73.8685</c:v>
                </c:pt>
                <c:pt idx="277">
                  <c:v>-73.8904</c:v>
                </c:pt>
                <c:pt idx="278">
                  <c:v>-74.01</c:v>
                </c:pt>
                <c:pt idx="279">
                  <c:v>-73.9813</c:v>
                </c:pt>
                <c:pt idx="280">
                  <c:v>-74.0017</c:v>
                </c:pt>
                <c:pt idx="281">
                  <c:v>-74.0093</c:v>
                </c:pt>
                <c:pt idx="282">
                  <c:v>-73.9685</c:v>
                </c:pt>
                <c:pt idx="283">
                  <c:v>-73.9887</c:v>
                </c:pt>
                <c:pt idx="284">
                  <c:v>-73.8553</c:v>
                </c:pt>
                <c:pt idx="285">
                  <c:v>-74.0309</c:v>
                </c:pt>
                <c:pt idx="286">
                  <c:v>-73.9981</c:v>
                </c:pt>
                <c:pt idx="287">
                  <c:v>-73.9356</c:v>
                </c:pt>
                <c:pt idx="288">
                  <c:v>-73.9199</c:v>
                </c:pt>
                <c:pt idx="289">
                  <c:v>-73.8745</c:v>
                </c:pt>
                <c:pt idx="290">
                  <c:v>-73.9905</c:v>
                </c:pt>
                <c:pt idx="291">
                  <c:v>-73.9955</c:v>
                </c:pt>
                <c:pt idx="292">
                  <c:v>-73.9812</c:v>
                </c:pt>
                <c:pt idx="293">
                  <c:v>-74.0234</c:v>
                </c:pt>
                <c:pt idx="294">
                  <c:v>-73.9416</c:v>
                </c:pt>
                <c:pt idx="295">
                  <c:v>-73.9518</c:v>
                </c:pt>
                <c:pt idx="296">
                  <c:v>-73.9581</c:v>
                </c:pt>
                <c:pt idx="297">
                  <c:v>-73.8608</c:v>
                </c:pt>
                <c:pt idx="298">
                  <c:v>-73.9397</c:v>
                </c:pt>
                <c:pt idx="299">
                  <c:v>-73.8871</c:v>
                </c:pt>
                <c:pt idx="300">
                  <c:v>-73.88</c:v>
                </c:pt>
                <c:pt idx="301">
                  <c:v>-73.882</c:v>
                </c:pt>
                <c:pt idx="302">
                  <c:v>-73.9455</c:v>
                </c:pt>
                <c:pt idx="303">
                  <c:v>-73.9475</c:v>
                </c:pt>
                <c:pt idx="304">
                  <c:v>-73.99</c:v>
                </c:pt>
                <c:pt idx="305">
                  <c:v>-73.9893</c:v>
                </c:pt>
                <c:pt idx="306">
                  <c:v>-73.9116</c:v>
                </c:pt>
                <c:pt idx="307">
                  <c:v>-73.973</c:v>
                </c:pt>
                <c:pt idx="308">
                  <c:v>-73.8672</c:v>
                </c:pt>
                <c:pt idx="309">
                  <c:v>-74.0091</c:v>
                </c:pt>
                <c:pt idx="310">
                  <c:v>-73.8863</c:v>
                </c:pt>
                <c:pt idx="311">
                  <c:v>-73.9299</c:v>
                </c:pt>
                <c:pt idx="312">
                  <c:v>-73.8377</c:v>
                </c:pt>
                <c:pt idx="313">
                  <c:v>-74.007</c:v>
                </c:pt>
                <c:pt idx="314">
                  <c:v>-73.9752</c:v>
                </c:pt>
                <c:pt idx="315">
                  <c:v>-74.0037</c:v>
                </c:pt>
                <c:pt idx="316">
                  <c:v>-73.8544</c:v>
                </c:pt>
                <c:pt idx="317">
                  <c:v>-73.9759</c:v>
                </c:pt>
                <c:pt idx="318">
                  <c:v>-73.8913</c:v>
                </c:pt>
                <c:pt idx="319">
                  <c:v>-73.9723</c:v>
                </c:pt>
                <c:pt idx="320">
                  <c:v>-73.9153</c:v>
                </c:pt>
                <c:pt idx="321">
                  <c:v>-73.9019</c:v>
                </c:pt>
                <c:pt idx="322">
                  <c:v>-73.9039</c:v>
                </c:pt>
                <c:pt idx="323">
                  <c:v>-73.9497</c:v>
                </c:pt>
                <c:pt idx="324">
                  <c:v>-73.8605</c:v>
                </c:pt>
                <c:pt idx="325">
                  <c:v>-73.9622</c:v>
                </c:pt>
                <c:pt idx="326">
                  <c:v>-73.8738</c:v>
                </c:pt>
                <c:pt idx="327">
                  <c:v>-73.9229</c:v>
                </c:pt>
                <c:pt idx="328">
                  <c:v>-73.9601</c:v>
                </c:pt>
                <c:pt idx="329">
                  <c:v>-73.9803</c:v>
                </c:pt>
                <c:pt idx="330">
                  <c:v>-73.9399</c:v>
                </c:pt>
                <c:pt idx="331">
                  <c:v>-73.9689</c:v>
                </c:pt>
                <c:pt idx="332">
                  <c:v>-73.8464</c:v>
                </c:pt>
                <c:pt idx="333">
                  <c:v>-73.9365</c:v>
                </c:pt>
                <c:pt idx="334">
                  <c:v>-73.9775</c:v>
                </c:pt>
                <c:pt idx="335">
                  <c:v>-73.9505</c:v>
                </c:pt>
                <c:pt idx="336">
                  <c:v>-73.9805</c:v>
                </c:pt>
                <c:pt idx="337">
                  <c:v>-73.9641</c:v>
                </c:pt>
                <c:pt idx="338">
                  <c:v>-73.9909</c:v>
                </c:pt>
                <c:pt idx="339">
                  <c:v>-73.8676</c:v>
                </c:pt>
                <c:pt idx="340">
                  <c:v>-73.9807</c:v>
                </c:pt>
                <c:pt idx="341">
                  <c:v>-73.8986</c:v>
                </c:pt>
                <c:pt idx="342">
                  <c:v>-73.9795</c:v>
                </c:pt>
                <c:pt idx="343">
                  <c:v>-73.9902</c:v>
                </c:pt>
                <c:pt idx="344">
                  <c:v>-73.9513</c:v>
                </c:pt>
                <c:pt idx="345">
                  <c:v>-74.014</c:v>
                </c:pt>
                <c:pt idx="346">
                  <c:v>-74.0067</c:v>
                </c:pt>
                <c:pt idx="347">
                  <c:v>-73.8978</c:v>
                </c:pt>
                <c:pt idx="348">
                  <c:v>-73.9724</c:v>
                </c:pt>
                <c:pt idx="349">
                  <c:v>-73.8308</c:v>
                </c:pt>
                <c:pt idx="350">
                  <c:v>-73.8674</c:v>
                </c:pt>
                <c:pt idx="351">
                  <c:v>-73.8901</c:v>
                </c:pt>
                <c:pt idx="352">
                  <c:v>-73.9939</c:v>
                </c:pt>
                <c:pt idx="353">
                  <c:v>-73.9535</c:v>
                </c:pt>
                <c:pt idx="354">
                  <c:v>-73.8011</c:v>
                </c:pt>
                <c:pt idx="355">
                  <c:v>-73.9838</c:v>
                </c:pt>
                <c:pt idx="356">
                  <c:v>-73.9841</c:v>
                </c:pt>
                <c:pt idx="357">
                  <c:v>-73.9831</c:v>
                </c:pt>
                <c:pt idx="358">
                  <c:v>-73.9761</c:v>
                </c:pt>
                <c:pt idx="359">
                  <c:v>-73.9476</c:v>
                </c:pt>
                <c:pt idx="360">
                  <c:v>-74.013</c:v>
                </c:pt>
                <c:pt idx="361">
                  <c:v>-73.9024</c:v>
                </c:pt>
                <c:pt idx="362">
                  <c:v>-73.9331</c:v>
                </c:pt>
                <c:pt idx="363">
                  <c:v>-74.0052</c:v>
                </c:pt>
                <c:pt idx="364">
                  <c:v>-73.8386</c:v>
                </c:pt>
                <c:pt idx="365">
                  <c:v>-73.998</c:v>
                </c:pt>
                <c:pt idx="366">
                  <c:v>-73.8772</c:v>
                </c:pt>
                <c:pt idx="367">
                  <c:v>-73.9911</c:v>
                </c:pt>
                <c:pt idx="368">
                  <c:v>-73.9743</c:v>
                </c:pt>
                <c:pt idx="369">
                  <c:v>-73.8917</c:v>
                </c:pt>
                <c:pt idx="370">
                  <c:v>-73.8356</c:v>
                </c:pt>
                <c:pt idx="371">
                  <c:v>-73.8373</c:v>
                </c:pt>
                <c:pt idx="372">
                  <c:v>-73.9739</c:v>
                </c:pt>
                <c:pt idx="373">
                  <c:v>-73.9223</c:v>
                </c:pt>
                <c:pt idx="374">
                  <c:v>-73.9791</c:v>
                </c:pt>
                <c:pt idx="375">
                  <c:v>-74.0017</c:v>
                </c:pt>
                <c:pt idx="376">
                  <c:v>-73.9518</c:v>
                </c:pt>
                <c:pt idx="377">
                  <c:v>-73.8841</c:v>
                </c:pt>
                <c:pt idx="378">
                  <c:v>-73.9658</c:v>
                </c:pt>
                <c:pt idx="379">
                  <c:v>-73.9559</c:v>
                </c:pt>
                <c:pt idx="380">
                  <c:v>-73.9957</c:v>
                </c:pt>
                <c:pt idx="381">
                  <c:v>-73.9399</c:v>
                </c:pt>
                <c:pt idx="382">
                  <c:v>-73.8554</c:v>
                </c:pt>
                <c:pt idx="383">
                  <c:v>-73.9647</c:v>
                </c:pt>
                <c:pt idx="384">
                  <c:v>-73.977</c:v>
                </c:pt>
                <c:pt idx="385">
                  <c:v>-73.9771</c:v>
                </c:pt>
                <c:pt idx="386">
                  <c:v>-74.0122</c:v>
                </c:pt>
                <c:pt idx="387">
                  <c:v>-74.0179</c:v>
                </c:pt>
                <c:pt idx="388">
                  <c:v>-73.8721</c:v>
                </c:pt>
                <c:pt idx="389">
                  <c:v>-73.9098</c:v>
                </c:pt>
                <c:pt idx="390">
                  <c:v>-73.8788</c:v>
                </c:pt>
                <c:pt idx="391">
                  <c:v>-73.8159</c:v>
                </c:pt>
                <c:pt idx="392">
                  <c:v>-73.8281</c:v>
                </c:pt>
                <c:pt idx="393">
                  <c:v>-73.8363</c:v>
                </c:pt>
                <c:pt idx="394">
                  <c:v>-73.99</c:v>
                </c:pt>
                <c:pt idx="395">
                  <c:v>-73.985</c:v>
                </c:pt>
                <c:pt idx="396">
                  <c:v>-73.8877</c:v>
                </c:pt>
                <c:pt idx="397">
                  <c:v>-73.9329</c:v>
                </c:pt>
                <c:pt idx="398">
                  <c:v>-73.9053</c:v>
                </c:pt>
                <c:pt idx="399">
                  <c:v>-73.9615</c:v>
                </c:pt>
                <c:pt idx="400">
                  <c:v>-73.9644</c:v>
                </c:pt>
                <c:pt idx="401">
                  <c:v>-73.9207</c:v>
                </c:pt>
                <c:pt idx="402">
                  <c:v>-73.8515</c:v>
                </c:pt>
                <c:pt idx="403">
                  <c:v>-73.9851</c:v>
                </c:pt>
                <c:pt idx="404">
                  <c:v>-73.9502</c:v>
                </c:pt>
                <c:pt idx="405">
                  <c:v>-73.9215</c:v>
                </c:pt>
                <c:pt idx="406">
                  <c:v>-73.8169</c:v>
                </c:pt>
                <c:pt idx="407">
                  <c:v>-73.9126</c:v>
                </c:pt>
                <c:pt idx="408">
                  <c:v>-73.9496</c:v>
                </c:pt>
                <c:pt idx="409">
                  <c:v>-73.9556</c:v>
                </c:pt>
                <c:pt idx="410">
                  <c:v>-73.931</c:v>
                </c:pt>
                <c:pt idx="411">
                  <c:v>-73.9018</c:v>
                </c:pt>
                <c:pt idx="412">
                  <c:v>-73.9614</c:v>
                </c:pt>
                <c:pt idx="413">
                  <c:v>-73.9363</c:v>
                </c:pt>
                <c:pt idx="414">
                  <c:v>-73.9943</c:v>
                </c:pt>
                <c:pt idx="415">
                  <c:v>-74.0019</c:v>
                </c:pt>
                <c:pt idx="416">
                  <c:v>-73.9768</c:v>
                </c:pt>
                <c:pt idx="417">
                  <c:v>-73.9474</c:v>
                </c:pt>
                <c:pt idx="418">
                  <c:v>-74.0087</c:v>
                </c:pt>
                <c:pt idx="419">
                  <c:v>-73.9821</c:v>
                </c:pt>
                <c:pt idx="420">
                  <c:v>-73.9078</c:v>
                </c:pt>
                <c:pt idx="421">
                  <c:v>-73.986</c:v>
                </c:pt>
                <c:pt idx="422">
                  <c:v>-73.9822</c:v>
                </c:pt>
                <c:pt idx="423">
                  <c:v>-73.9823</c:v>
                </c:pt>
                <c:pt idx="424">
                  <c:v>-73.8516</c:v>
                </c:pt>
                <c:pt idx="425">
                  <c:v>-73.8676</c:v>
                </c:pt>
                <c:pt idx="426">
                  <c:v>-73.9296</c:v>
                </c:pt>
                <c:pt idx="427">
                  <c:v>-73.903</c:v>
                </c:pt>
              </c:numCache>
            </c:numRef>
          </c:xVal>
          <c:yVal>
            <c:numRef>
              <c:f>Sheet1!$B$2:$B$429</c:f>
              <c:numCache>
                <c:formatCode>General</c:formatCode>
                <c:ptCount val="428"/>
                <c:pt idx="0">
                  <c:v>40.6946</c:v>
                </c:pt>
                <c:pt idx="1">
                  <c:v>40.7683</c:v>
                </c:pt>
                <c:pt idx="2">
                  <c:v>40.7195</c:v>
                </c:pt>
                <c:pt idx="3">
                  <c:v>40.5954</c:v>
                </c:pt>
                <c:pt idx="4">
                  <c:v>40.8485</c:v>
                </c:pt>
                <c:pt idx="5">
                  <c:v>40.6551</c:v>
                </c:pt>
                <c:pt idx="6">
                  <c:v>40.7477</c:v>
                </c:pt>
                <c:pt idx="7">
                  <c:v>40.7703</c:v>
                </c:pt>
                <c:pt idx="8">
                  <c:v>40.6654</c:v>
                </c:pt>
                <c:pt idx="9">
                  <c:v>40.7028</c:v>
                </c:pt>
                <c:pt idx="10">
                  <c:v>40.7217</c:v>
                </c:pt>
                <c:pt idx="11">
                  <c:v>40.6748</c:v>
                </c:pt>
                <c:pt idx="12">
                  <c:v>40.7523</c:v>
                </c:pt>
                <c:pt idx="13">
                  <c:v>40.8678</c:v>
                </c:pt>
                <c:pt idx="14">
                  <c:v>40.8403</c:v>
                </c:pt>
                <c:pt idx="15">
                  <c:v>40.7382</c:v>
                </c:pt>
                <c:pt idx="16">
                  <c:v>40.6019</c:v>
                </c:pt>
                <c:pt idx="17">
                  <c:v>40.7839</c:v>
                </c:pt>
                <c:pt idx="18">
                  <c:v>40.8248</c:v>
                </c:pt>
                <c:pt idx="19">
                  <c:v>40.6261</c:v>
                </c:pt>
                <c:pt idx="20">
                  <c:v>40.6046</c:v>
                </c:pt>
                <c:pt idx="21">
                  <c:v>40.6001</c:v>
                </c:pt>
                <c:pt idx="22">
                  <c:v>40.581</c:v>
                </c:pt>
                <c:pt idx="23">
                  <c:v>40.7529</c:v>
                </c:pt>
                <c:pt idx="24">
                  <c:v>40.6799</c:v>
                </c:pt>
                <c:pt idx="25">
                  <c:v>40.7627</c:v>
                </c:pt>
                <c:pt idx="26">
                  <c:v>40.7814</c:v>
                </c:pt>
                <c:pt idx="27">
                  <c:v>40.6351</c:v>
                </c:pt>
                <c:pt idx="28">
                  <c:v>40.7186</c:v>
                </c:pt>
                <c:pt idx="29">
                  <c:v>40.6736</c:v>
                </c:pt>
                <c:pt idx="30">
                  <c:v>40.6899</c:v>
                </c:pt>
                <c:pt idx="31">
                  <c:v>40.6369</c:v>
                </c:pt>
                <c:pt idx="32">
                  <c:v>40.6752</c:v>
                </c:pt>
                <c:pt idx="33">
                  <c:v>40.821</c:v>
                </c:pt>
                <c:pt idx="34">
                  <c:v>40.7575</c:v>
                </c:pt>
                <c:pt idx="35">
                  <c:v>40.714</c:v>
                </c:pt>
                <c:pt idx="36">
                  <c:v>40.8076</c:v>
                </c:pt>
                <c:pt idx="37">
                  <c:v>40.7591</c:v>
                </c:pt>
                <c:pt idx="38">
                  <c:v>40.7472</c:v>
                </c:pt>
                <c:pt idx="39">
                  <c:v>40.7265</c:v>
                </c:pt>
                <c:pt idx="40">
                  <c:v>40.6979</c:v>
                </c:pt>
                <c:pt idx="41">
                  <c:v>40.752</c:v>
                </c:pt>
                <c:pt idx="42">
                  <c:v>40.8468</c:v>
                </c:pt>
                <c:pt idx="43">
                  <c:v>40.7076</c:v>
                </c:pt>
                <c:pt idx="44">
                  <c:v>40.7491</c:v>
                </c:pt>
                <c:pt idx="45">
                  <c:v>40.644</c:v>
                </c:pt>
                <c:pt idx="46">
                  <c:v>40.8355</c:v>
                </c:pt>
                <c:pt idx="47">
                  <c:v>40.6463</c:v>
                </c:pt>
                <c:pt idx="48">
                  <c:v>40.8789</c:v>
                </c:pt>
                <c:pt idx="49">
                  <c:v>40.8006</c:v>
                </c:pt>
                <c:pt idx="50">
                  <c:v>40.6814</c:v>
                </c:pt>
                <c:pt idx="51">
                  <c:v>40.64</c:v>
                </c:pt>
                <c:pt idx="52">
                  <c:v>40.6587</c:v>
                </c:pt>
                <c:pt idx="53">
                  <c:v>40.6314</c:v>
                </c:pt>
                <c:pt idx="54">
                  <c:v>40.7146</c:v>
                </c:pt>
                <c:pt idx="55">
                  <c:v>40.8504</c:v>
                </c:pt>
                <c:pt idx="56">
                  <c:v>40.7084</c:v>
                </c:pt>
                <c:pt idx="57">
                  <c:v>40.8121</c:v>
                </c:pt>
                <c:pt idx="58">
                  <c:v>40.7005</c:v>
                </c:pt>
                <c:pt idx="59">
                  <c:v>40.8407</c:v>
                </c:pt>
                <c:pt idx="60">
                  <c:v>40.6974</c:v>
                </c:pt>
                <c:pt idx="61">
                  <c:v>40.7061</c:v>
                </c:pt>
                <c:pt idx="62">
                  <c:v>40.888</c:v>
                </c:pt>
                <c:pt idx="63">
                  <c:v>40.588</c:v>
                </c:pt>
                <c:pt idx="64">
                  <c:v>40.6694</c:v>
                </c:pt>
                <c:pt idx="65">
                  <c:v>40.741</c:v>
                </c:pt>
                <c:pt idx="66">
                  <c:v>40.644</c:v>
                </c:pt>
                <c:pt idx="67">
                  <c:v>40.5832</c:v>
                </c:pt>
                <c:pt idx="68">
                  <c:v>40.7334</c:v>
                </c:pt>
                <c:pt idx="69">
                  <c:v>40.7119</c:v>
                </c:pt>
                <c:pt idx="70">
                  <c:v>40.6888</c:v>
                </c:pt>
                <c:pt idx="71">
                  <c:v>40.8517</c:v>
                </c:pt>
                <c:pt idx="72">
                  <c:v>40.8054</c:v>
                </c:pt>
                <c:pt idx="73">
                  <c:v>40.5924</c:v>
                </c:pt>
                <c:pt idx="74">
                  <c:v>40.7613</c:v>
                </c:pt>
                <c:pt idx="75">
                  <c:v>40.7283</c:v>
                </c:pt>
                <c:pt idx="76">
                  <c:v>40.8179</c:v>
                </c:pt>
                <c:pt idx="77">
                  <c:v>40.8087</c:v>
                </c:pt>
                <c:pt idx="78">
                  <c:v>40.7756</c:v>
                </c:pt>
                <c:pt idx="79">
                  <c:v>40.8343</c:v>
                </c:pt>
                <c:pt idx="80">
                  <c:v>40.859</c:v>
                </c:pt>
                <c:pt idx="81">
                  <c:v>40.7105</c:v>
                </c:pt>
                <c:pt idx="82">
                  <c:v>40.7463</c:v>
                </c:pt>
                <c:pt idx="83">
                  <c:v>40.7629</c:v>
                </c:pt>
                <c:pt idx="84">
                  <c:v>40.7173</c:v>
                </c:pt>
                <c:pt idx="85">
                  <c:v>40.6227</c:v>
                </c:pt>
                <c:pt idx="86">
                  <c:v>40.6506</c:v>
                </c:pt>
                <c:pt idx="87">
                  <c:v>40.7132</c:v>
                </c:pt>
                <c:pt idx="88">
                  <c:v>40.7048</c:v>
                </c:pt>
                <c:pt idx="89">
                  <c:v>40.7438</c:v>
                </c:pt>
                <c:pt idx="90">
                  <c:v>40.8051</c:v>
                </c:pt>
                <c:pt idx="91">
                  <c:v>40.6647</c:v>
                </c:pt>
                <c:pt idx="92">
                  <c:v>40.8222</c:v>
                </c:pt>
                <c:pt idx="93">
                  <c:v>40.867</c:v>
                </c:pt>
                <c:pt idx="94">
                  <c:v>40.8399</c:v>
                </c:pt>
                <c:pt idx="95">
                  <c:v>40.7688</c:v>
                </c:pt>
                <c:pt idx="96">
                  <c:v>40.8552</c:v>
                </c:pt>
                <c:pt idx="97">
                  <c:v>40.7183</c:v>
                </c:pt>
                <c:pt idx="98">
                  <c:v>40.6625</c:v>
                </c:pt>
                <c:pt idx="99">
                  <c:v>40.7886</c:v>
                </c:pt>
                <c:pt idx="100">
                  <c:v>40.7114</c:v>
                </c:pt>
                <c:pt idx="101">
                  <c:v>40.8041</c:v>
                </c:pt>
                <c:pt idx="102">
                  <c:v>40.8605</c:v>
                </c:pt>
                <c:pt idx="103">
                  <c:v>40.7477</c:v>
                </c:pt>
                <c:pt idx="104">
                  <c:v>40.7646</c:v>
                </c:pt>
                <c:pt idx="105">
                  <c:v>40.5869</c:v>
                </c:pt>
                <c:pt idx="106">
                  <c:v>40.6118</c:v>
                </c:pt>
                <c:pt idx="107">
                  <c:v>40.7144</c:v>
                </c:pt>
                <c:pt idx="108">
                  <c:v>40.6039</c:v>
                </c:pt>
                <c:pt idx="109">
                  <c:v>40.5977</c:v>
                </c:pt>
                <c:pt idx="110">
                  <c:v>40.677</c:v>
                </c:pt>
                <c:pt idx="111">
                  <c:v>40.8393</c:v>
                </c:pt>
                <c:pt idx="112">
                  <c:v>40.5952</c:v>
                </c:pt>
                <c:pt idx="113">
                  <c:v>40.775</c:v>
                </c:pt>
                <c:pt idx="114">
                  <c:v>40.7506</c:v>
                </c:pt>
                <c:pt idx="115">
                  <c:v>40.6788</c:v>
                </c:pt>
                <c:pt idx="116">
                  <c:v>40.6151</c:v>
                </c:pt>
                <c:pt idx="117">
                  <c:v>40.7126</c:v>
                </c:pt>
                <c:pt idx="118">
                  <c:v>40.8305</c:v>
                </c:pt>
                <c:pt idx="119">
                  <c:v>40.7431</c:v>
                </c:pt>
                <c:pt idx="120">
                  <c:v>40.7399</c:v>
                </c:pt>
                <c:pt idx="121">
                  <c:v>40.7223</c:v>
                </c:pt>
                <c:pt idx="122">
                  <c:v>40.7484</c:v>
                </c:pt>
                <c:pt idx="123">
                  <c:v>40.6924</c:v>
                </c:pt>
                <c:pt idx="124">
                  <c:v>40.7229</c:v>
                </c:pt>
                <c:pt idx="125">
                  <c:v>40.7857</c:v>
                </c:pt>
                <c:pt idx="126">
                  <c:v>40.6864</c:v>
                </c:pt>
                <c:pt idx="127">
                  <c:v>40.8286</c:v>
                </c:pt>
                <c:pt idx="128">
                  <c:v>40.6804</c:v>
                </c:pt>
                <c:pt idx="129">
                  <c:v>40.6708</c:v>
                </c:pt>
                <c:pt idx="130">
                  <c:v>40.886</c:v>
                </c:pt>
                <c:pt idx="131">
                  <c:v>40.6627</c:v>
                </c:pt>
                <c:pt idx="132">
                  <c:v>40.7044</c:v>
                </c:pt>
                <c:pt idx="133">
                  <c:v>40.6135</c:v>
                </c:pt>
                <c:pt idx="134">
                  <c:v>40.6176</c:v>
                </c:pt>
                <c:pt idx="135">
                  <c:v>40.7243</c:v>
                </c:pt>
                <c:pt idx="136">
                  <c:v>40.7529</c:v>
                </c:pt>
                <c:pt idx="137">
                  <c:v>40.7055</c:v>
                </c:pt>
                <c:pt idx="138">
                  <c:v>40.7572</c:v>
                </c:pt>
                <c:pt idx="139">
                  <c:v>40.6906</c:v>
                </c:pt>
                <c:pt idx="140">
                  <c:v>40.7596</c:v>
                </c:pt>
                <c:pt idx="141">
                  <c:v>40.6741</c:v>
                </c:pt>
                <c:pt idx="142">
                  <c:v>40.7004</c:v>
                </c:pt>
                <c:pt idx="143">
                  <c:v>40.8184</c:v>
                </c:pt>
                <c:pt idx="144">
                  <c:v>40.7303</c:v>
                </c:pt>
                <c:pt idx="145">
                  <c:v>40.8459</c:v>
                </c:pt>
                <c:pt idx="146">
                  <c:v>40.8338</c:v>
                </c:pt>
                <c:pt idx="147">
                  <c:v>40.7062</c:v>
                </c:pt>
                <c:pt idx="148">
                  <c:v>40.8142</c:v>
                </c:pt>
                <c:pt idx="149">
                  <c:v>40.8111</c:v>
                </c:pt>
                <c:pt idx="150">
                  <c:v>40.7331</c:v>
                </c:pt>
                <c:pt idx="151">
                  <c:v>40.731</c:v>
                </c:pt>
                <c:pt idx="152">
                  <c:v>40.7298</c:v>
                </c:pt>
                <c:pt idx="153">
                  <c:v>40.7069</c:v>
                </c:pt>
                <c:pt idx="154">
                  <c:v>40.7259</c:v>
                </c:pt>
                <c:pt idx="155">
                  <c:v>40.6933</c:v>
                </c:pt>
                <c:pt idx="156">
                  <c:v>40.7038</c:v>
                </c:pt>
                <c:pt idx="157">
                  <c:v>40.6829</c:v>
                </c:pt>
                <c:pt idx="158">
                  <c:v>40.6913</c:v>
                </c:pt>
                <c:pt idx="159">
                  <c:v>40.749</c:v>
                </c:pt>
                <c:pt idx="160">
                  <c:v>40.6451</c:v>
                </c:pt>
                <c:pt idx="161">
                  <c:v>40.7072</c:v>
                </c:pt>
                <c:pt idx="162">
                  <c:v>40.7005</c:v>
                </c:pt>
                <c:pt idx="163">
                  <c:v>40.7003</c:v>
                </c:pt>
                <c:pt idx="164">
                  <c:v>40.6694</c:v>
                </c:pt>
                <c:pt idx="165">
                  <c:v>40.686</c:v>
                </c:pt>
                <c:pt idx="166">
                  <c:v>40.6721</c:v>
                </c:pt>
                <c:pt idx="167">
                  <c:v>40.7234</c:v>
                </c:pt>
                <c:pt idx="168">
                  <c:v>40.834</c:v>
                </c:pt>
                <c:pt idx="169">
                  <c:v>40.6753</c:v>
                </c:pt>
                <c:pt idx="170">
                  <c:v>40.8778</c:v>
                </c:pt>
                <c:pt idx="171">
                  <c:v>40.6783</c:v>
                </c:pt>
                <c:pt idx="172">
                  <c:v>40.6351</c:v>
                </c:pt>
                <c:pt idx="173">
                  <c:v>40.7648</c:v>
                </c:pt>
                <c:pt idx="174">
                  <c:v>40.7736</c:v>
                </c:pt>
                <c:pt idx="175">
                  <c:v>40.7431</c:v>
                </c:pt>
                <c:pt idx="176">
                  <c:v>40.7092</c:v>
                </c:pt>
                <c:pt idx="177">
                  <c:v>40.5888</c:v>
                </c:pt>
                <c:pt idx="178">
                  <c:v>40.6409</c:v>
                </c:pt>
                <c:pt idx="179">
                  <c:v>40.6032</c:v>
                </c:pt>
                <c:pt idx="180">
                  <c:v>40.6803</c:v>
                </c:pt>
                <c:pt idx="181">
                  <c:v>40.7618</c:v>
                </c:pt>
                <c:pt idx="182">
                  <c:v>40.6987</c:v>
                </c:pt>
                <c:pt idx="183">
                  <c:v>40.7542</c:v>
                </c:pt>
                <c:pt idx="184">
                  <c:v>40.8839</c:v>
                </c:pt>
                <c:pt idx="185">
                  <c:v>40.7497</c:v>
                </c:pt>
                <c:pt idx="186">
                  <c:v>40.7843</c:v>
                </c:pt>
                <c:pt idx="187">
                  <c:v>40.7323</c:v>
                </c:pt>
                <c:pt idx="188">
                  <c:v>40.8495</c:v>
                </c:pt>
                <c:pt idx="189">
                  <c:v>40.8401</c:v>
                </c:pt>
                <c:pt idx="190">
                  <c:v>40.6975</c:v>
                </c:pt>
                <c:pt idx="191">
                  <c:v>40.8797</c:v>
                </c:pt>
                <c:pt idx="192">
                  <c:v>40.83</c:v>
                </c:pt>
                <c:pt idx="193">
                  <c:v>40.8365</c:v>
                </c:pt>
                <c:pt idx="194">
                  <c:v>40.7422</c:v>
                </c:pt>
                <c:pt idx="195">
                  <c:v>40.6208</c:v>
                </c:pt>
                <c:pt idx="196">
                  <c:v>40.6843</c:v>
                </c:pt>
                <c:pt idx="197">
                  <c:v>40.6361</c:v>
                </c:pt>
                <c:pt idx="198">
                  <c:v>40.8105</c:v>
                </c:pt>
                <c:pt idx="199">
                  <c:v>40.804</c:v>
                </c:pt>
                <c:pt idx="200">
                  <c:v>40.8301</c:v>
                </c:pt>
                <c:pt idx="201">
                  <c:v>40.822</c:v>
                </c:pt>
                <c:pt idx="202">
                  <c:v>40.8161</c:v>
                </c:pt>
                <c:pt idx="203">
                  <c:v>40.6196</c:v>
                </c:pt>
                <c:pt idx="204">
                  <c:v>40.8156</c:v>
                </c:pt>
                <c:pt idx="205">
                  <c:v>40.6508</c:v>
                </c:pt>
                <c:pt idx="206">
                  <c:v>40.6615</c:v>
                </c:pt>
                <c:pt idx="207">
                  <c:v>40.8241</c:v>
                </c:pt>
                <c:pt idx="208">
                  <c:v>40.7328</c:v>
                </c:pt>
                <c:pt idx="209">
                  <c:v>40.6745</c:v>
                </c:pt>
                <c:pt idx="210">
                  <c:v>40.6654</c:v>
                </c:pt>
                <c:pt idx="211">
                  <c:v>40.8655</c:v>
                </c:pt>
                <c:pt idx="212">
                  <c:v>40.7014</c:v>
                </c:pt>
                <c:pt idx="213">
                  <c:v>40.7546</c:v>
                </c:pt>
                <c:pt idx="214">
                  <c:v>40.5909</c:v>
                </c:pt>
                <c:pt idx="215">
                  <c:v>40.6293</c:v>
                </c:pt>
                <c:pt idx="216">
                  <c:v>40.6297</c:v>
                </c:pt>
                <c:pt idx="217">
                  <c:v>40.7065</c:v>
                </c:pt>
                <c:pt idx="218">
                  <c:v>40.6804</c:v>
                </c:pt>
                <c:pt idx="219">
                  <c:v>40.6808</c:v>
                </c:pt>
                <c:pt idx="220">
                  <c:v>40.7314</c:v>
                </c:pt>
                <c:pt idx="221">
                  <c:v>40.6207</c:v>
                </c:pt>
                <c:pt idx="222">
                  <c:v>40.6087</c:v>
                </c:pt>
                <c:pt idx="223">
                  <c:v>40.7961</c:v>
                </c:pt>
                <c:pt idx="224">
                  <c:v>40.8535</c:v>
                </c:pt>
                <c:pt idx="225">
                  <c:v>40.7994</c:v>
                </c:pt>
                <c:pt idx="226">
                  <c:v>40.6679</c:v>
                </c:pt>
                <c:pt idx="227">
                  <c:v>40.7075</c:v>
                </c:pt>
                <c:pt idx="228">
                  <c:v>40.9031</c:v>
                </c:pt>
                <c:pt idx="229">
                  <c:v>40.6783</c:v>
                </c:pt>
                <c:pt idx="230">
                  <c:v>40.6885</c:v>
                </c:pt>
                <c:pt idx="231">
                  <c:v>40.6952</c:v>
                </c:pt>
                <c:pt idx="232">
                  <c:v>40.795</c:v>
                </c:pt>
                <c:pt idx="233">
                  <c:v>40.7193</c:v>
                </c:pt>
                <c:pt idx="234">
                  <c:v>40.6871</c:v>
                </c:pt>
                <c:pt idx="235">
                  <c:v>40.8628</c:v>
                </c:pt>
                <c:pt idx="236">
                  <c:v>40.8419</c:v>
                </c:pt>
                <c:pt idx="237">
                  <c:v>40.7563</c:v>
                </c:pt>
                <c:pt idx="238">
                  <c:v>40.7681</c:v>
                </c:pt>
                <c:pt idx="239">
                  <c:v>40.8561</c:v>
                </c:pt>
                <c:pt idx="240">
                  <c:v>40.8161</c:v>
                </c:pt>
                <c:pt idx="241">
                  <c:v>40.5853</c:v>
                </c:pt>
                <c:pt idx="242">
                  <c:v>40.7499</c:v>
                </c:pt>
                <c:pt idx="243">
                  <c:v>40.5929</c:v>
                </c:pt>
                <c:pt idx="244">
                  <c:v>40.7076</c:v>
                </c:pt>
                <c:pt idx="245">
                  <c:v>40.6794</c:v>
                </c:pt>
                <c:pt idx="246">
                  <c:v>40.5927</c:v>
                </c:pt>
                <c:pt idx="247">
                  <c:v>40.8932</c:v>
                </c:pt>
                <c:pt idx="248">
                  <c:v>40.7573</c:v>
                </c:pt>
                <c:pt idx="249">
                  <c:v>40.8444</c:v>
                </c:pt>
                <c:pt idx="250">
                  <c:v>40.6605</c:v>
                </c:pt>
                <c:pt idx="251">
                  <c:v>40.625</c:v>
                </c:pt>
                <c:pt idx="252">
                  <c:v>40.7426</c:v>
                </c:pt>
                <c:pt idx="253">
                  <c:v>40.8847</c:v>
                </c:pt>
                <c:pt idx="254">
                  <c:v>40.8646</c:v>
                </c:pt>
                <c:pt idx="255">
                  <c:v>40.6881</c:v>
                </c:pt>
                <c:pt idx="256">
                  <c:v>40.8265</c:v>
                </c:pt>
                <c:pt idx="257">
                  <c:v>40.6794</c:v>
                </c:pt>
                <c:pt idx="258">
                  <c:v>40.664</c:v>
                </c:pt>
                <c:pt idx="259">
                  <c:v>40.6956</c:v>
                </c:pt>
                <c:pt idx="260">
                  <c:v>40.6646</c:v>
                </c:pt>
                <c:pt idx="261">
                  <c:v>40.6682</c:v>
                </c:pt>
                <c:pt idx="262">
                  <c:v>40.6505</c:v>
                </c:pt>
                <c:pt idx="263">
                  <c:v>40.6923</c:v>
                </c:pt>
                <c:pt idx="264">
                  <c:v>40.7504</c:v>
                </c:pt>
                <c:pt idx="265">
                  <c:v>40.5961</c:v>
                </c:pt>
                <c:pt idx="266">
                  <c:v>40.7429</c:v>
                </c:pt>
                <c:pt idx="267">
                  <c:v>40.7785</c:v>
                </c:pt>
                <c:pt idx="268">
                  <c:v>40.6799</c:v>
                </c:pt>
                <c:pt idx="269">
                  <c:v>40.6437</c:v>
                </c:pt>
                <c:pt idx="270">
                  <c:v>40.7497</c:v>
                </c:pt>
                <c:pt idx="271">
                  <c:v>40.828</c:v>
                </c:pt>
                <c:pt idx="272">
                  <c:v>40.6363</c:v>
                </c:pt>
                <c:pt idx="273">
                  <c:v>40.604</c:v>
                </c:pt>
                <c:pt idx="274">
                  <c:v>40.8021</c:v>
                </c:pt>
                <c:pt idx="275">
                  <c:v>40.8892</c:v>
                </c:pt>
                <c:pt idx="276">
                  <c:v>40.8488</c:v>
                </c:pt>
                <c:pt idx="277">
                  <c:v>40.6727</c:v>
                </c:pt>
                <c:pt idx="278">
                  <c:v>40.6489</c:v>
                </c:pt>
                <c:pt idx="279">
                  <c:v>40.7587</c:v>
                </c:pt>
                <c:pt idx="280">
                  <c:v>40.7408</c:v>
                </c:pt>
                <c:pt idx="281">
                  <c:v>40.7155</c:v>
                </c:pt>
                <c:pt idx="282">
                  <c:v>40.5763</c:v>
                </c:pt>
                <c:pt idx="283">
                  <c:v>40.7455</c:v>
                </c:pt>
                <c:pt idx="284">
                  <c:v>40.7517</c:v>
                </c:pt>
                <c:pt idx="285">
                  <c:v>40.6166</c:v>
                </c:pt>
                <c:pt idx="286">
                  <c:v>40.6604</c:v>
                </c:pt>
                <c:pt idx="287">
                  <c:v>40.6972</c:v>
                </c:pt>
                <c:pt idx="288">
                  <c:v>40.8681</c:v>
                </c:pt>
                <c:pt idx="289">
                  <c:v>40.8295</c:v>
                </c:pt>
                <c:pt idx="290">
                  <c:v>40.6993</c:v>
                </c:pt>
                <c:pt idx="291">
                  <c:v>40.6314</c:v>
                </c:pt>
                <c:pt idx="292">
                  <c:v>40.5774</c:v>
                </c:pt>
                <c:pt idx="293">
                  <c:v>40.635</c:v>
                </c:pt>
                <c:pt idx="294">
                  <c:v>40.7986</c:v>
                </c:pt>
                <c:pt idx="295">
                  <c:v>40.7991</c:v>
                </c:pt>
                <c:pt idx="296">
                  <c:v>40.6707</c:v>
                </c:pt>
                <c:pt idx="297">
                  <c:v>40.8332</c:v>
                </c:pt>
                <c:pt idx="298">
                  <c:v>40.8474</c:v>
                </c:pt>
                <c:pt idx="299">
                  <c:v>40.8732</c:v>
                </c:pt>
                <c:pt idx="300">
                  <c:v>40.6814</c:v>
                </c:pt>
                <c:pt idx="301">
                  <c:v>40.7425</c:v>
                </c:pt>
                <c:pt idx="302">
                  <c:v>40.8078</c:v>
                </c:pt>
                <c:pt idx="303">
                  <c:v>40.7906</c:v>
                </c:pt>
                <c:pt idx="304">
                  <c:v>40.7357</c:v>
                </c:pt>
                <c:pt idx="305">
                  <c:v>40.7413</c:v>
                </c:pt>
                <c:pt idx="306">
                  <c:v>40.6998</c:v>
                </c:pt>
                <c:pt idx="307">
                  <c:v>40.6089</c:v>
                </c:pt>
                <c:pt idx="308">
                  <c:v>40.8714</c:v>
                </c:pt>
                <c:pt idx="309">
                  <c:v>40.7068</c:v>
                </c:pt>
                <c:pt idx="310">
                  <c:v>40.8265</c:v>
                </c:pt>
                <c:pt idx="311">
                  <c:v>40.8132</c:v>
                </c:pt>
                <c:pt idx="312">
                  <c:v>40.6817</c:v>
                </c:pt>
                <c:pt idx="313">
                  <c:v>40.7133</c:v>
                </c:pt>
                <c:pt idx="314">
                  <c:v>40.7602</c:v>
                </c:pt>
                <c:pt idx="315">
                  <c:v>40.7262</c:v>
                </c:pt>
                <c:pt idx="316">
                  <c:v>40.8984</c:v>
                </c:pt>
                <c:pt idx="317">
                  <c:v>40.5761</c:v>
                </c:pt>
                <c:pt idx="318">
                  <c:v>40.7468</c:v>
                </c:pt>
                <c:pt idx="319">
                  <c:v>40.7939</c:v>
                </c:pt>
                <c:pt idx="320">
                  <c:v>40.8694</c:v>
                </c:pt>
                <c:pt idx="321">
                  <c:v>40.6467</c:v>
                </c:pt>
                <c:pt idx="322">
                  <c:v>40.8584</c:v>
                </c:pt>
                <c:pt idx="323">
                  <c:v>40.7441</c:v>
                </c:pt>
                <c:pt idx="324">
                  <c:v>40.8544</c:v>
                </c:pt>
                <c:pt idx="325">
                  <c:v>40.6616</c:v>
                </c:pt>
                <c:pt idx="326">
                  <c:v>40.6832</c:v>
                </c:pt>
                <c:pt idx="327">
                  <c:v>40.7066</c:v>
                </c:pt>
                <c:pt idx="328">
                  <c:v>40.6889</c:v>
                </c:pt>
                <c:pt idx="329">
                  <c:v>40.6663</c:v>
                </c:pt>
                <c:pt idx="330">
                  <c:v>40.7077</c:v>
                </c:pt>
                <c:pt idx="331">
                  <c:v>40.7859</c:v>
                </c:pt>
                <c:pt idx="332">
                  <c:v>40.8695</c:v>
                </c:pt>
                <c:pt idx="333">
                  <c:v>40.8239</c:v>
                </c:pt>
                <c:pt idx="334">
                  <c:v>40.764</c:v>
                </c:pt>
                <c:pt idx="335">
                  <c:v>40.6698</c:v>
                </c:pt>
                <c:pt idx="336">
                  <c:v>40.6882</c:v>
                </c:pt>
                <c:pt idx="337">
                  <c:v>40.8077</c:v>
                </c:pt>
                <c:pt idx="338">
                  <c:v>40.6861</c:v>
                </c:pt>
                <c:pt idx="339">
                  <c:v>40.8572</c:v>
                </c:pt>
                <c:pt idx="340">
                  <c:v>40.7647</c:v>
                </c:pt>
                <c:pt idx="341">
                  <c:v>40.677</c:v>
                </c:pt>
                <c:pt idx="342">
                  <c:v>40.6604</c:v>
                </c:pt>
                <c:pt idx="343">
                  <c:v>40.7137</c:v>
                </c:pt>
                <c:pt idx="344">
                  <c:v>40.7246</c:v>
                </c:pt>
                <c:pt idx="345">
                  <c:v>40.6451</c:v>
                </c:pt>
                <c:pt idx="346">
                  <c:v>40.7103</c:v>
                </c:pt>
                <c:pt idx="347">
                  <c:v>40.8613</c:v>
                </c:pt>
                <c:pt idx="348">
                  <c:v>40.677</c:v>
                </c:pt>
                <c:pt idx="349">
                  <c:v>40.8883</c:v>
                </c:pt>
                <c:pt idx="350">
                  <c:v>40.8655</c:v>
                </c:pt>
                <c:pt idx="351">
                  <c:v>40.8734</c:v>
                </c:pt>
                <c:pt idx="352">
                  <c:v>40.7203</c:v>
                </c:pt>
                <c:pt idx="353">
                  <c:v>40.6896</c:v>
                </c:pt>
                <c:pt idx="354">
                  <c:v>40.7022</c:v>
                </c:pt>
                <c:pt idx="355">
                  <c:v>40.7617</c:v>
                </c:pt>
                <c:pt idx="356">
                  <c:v>40.7599</c:v>
                </c:pt>
                <c:pt idx="357">
                  <c:v>40.6773</c:v>
                </c:pt>
                <c:pt idx="358">
                  <c:v>40.6253</c:v>
                </c:pt>
                <c:pt idx="359">
                  <c:v>40.6328</c:v>
                </c:pt>
                <c:pt idx="360">
                  <c:v>40.703</c:v>
                </c:pt>
                <c:pt idx="361">
                  <c:v>40.6635</c:v>
                </c:pt>
                <c:pt idx="362">
                  <c:v>40.7062</c:v>
                </c:pt>
                <c:pt idx="363">
                  <c:v>40.7208</c:v>
                </c:pt>
                <c:pt idx="364">
                  <c:v>40.8787</c:v>
                </c:pt>
                <c:pt idx="365">
                  <c:v>40.7459</c:v>
                </c:pt>
                <c:pt idx="366">
                  <c:v>40.737</c:v>
                </c:pt>
                <c:pt idx="367">
                  <c:v>40.7301</c:v>
                </c:pt>
                <c:pt idx="368">
                  <c:v>40.5896</c:v>
                </c:pt>
                <c:pt idx="369">
                  <c:v>40.678</c:v>
                </c:pt>
                <c:pt idx="370">
                  <c:v>40.5809</c:v>
                </c:pt>
                <c:pt idx="371">
                  <c:v>40.7183</c:v>
                </c:pt>
                <c:pt idx="372">
                  <c:v>40.6861</c:v>
                </c:pt>
                <c:pt idx="373">
                  <c:v>40.6896</c:v>
                </c:pt>
                <c:pt idx="374">
                  <c:v>40.5975</c:v>
                </c:pt>
                <c:pt idx="375">
                  <c:v>40.608</c:v>
                </c:pt>
                <c:pt idx="376">
                  <c:v>40.7779</c:v>
                </c:pt>
                <c:pt idx="377">
                  <c:v>40.6662</c:v>
                </c:pt>
                <c:pt idx="378">
                  <c:v>40.6833</c:v>
                </c:pt>
                <c:pt idx="379">
                  <c:v>40.5993</c:v>
                </c:pt>
                <c:pt idx="380">
                  <c:v>40.7441</c:v>
                </c:pt>
                <c:pt idx="381">
                  <c:v>40.836</c:v>
                </c:pt>
                <c:pt idx="382">
                  <c:v>40.859</c:v>
                </c:pt>
                <c:pt idx="383">
                  <c:v>40.7916</c:v>
                </c:pt>
                <c:pt idx="384">
                  <c:v>40.6298</c:v>
                </c:pt>
                <c:pt idx="385">
                  <c:v>40.6844</c:v>
                </c:pt>
                <c:pt idx="386">
                  <c:v>40.7118</c:v>
                </c:pt>
                <c:pt idx="387">
                  <c:v>40.6414</c:v>
                </c:pt>
                <c:pt idx="388">
                  <c:v>40.6754</c:v>
                </c:pt>
                <c:pt idx="389">
                  <c:v>40.8746</c:v>
                </c:pt>
                <c:pt idx="390">
                  <c:v>40.8748</c:v>
                </c:pt>
                <c:pt idx="391">
                  <c:v>40.6084</c:v>
                </c:pt>
                <c:pt idx="392">
                  <c:v>40.8525</c:v>
                </c:pt>
                <c:pt idx="393">
                  <c:v>40.8439</c:v>
                </c:pt>
                <c:pt idx="394">
                  <c:v>40.6934</c:v>
                </c:pt>
                <c:pt idx="395">
                  <c:v>40.6174</c:v>
                </c:pt>
                <c:pt idx="396">
                  <c:v>40.8373</c:v>
                </c:pt>
                <c:pt idx="397">
                  <c:v>40.6689</c:v>
                </c:pt>
                <c:pt idx="398">
                  <c:v>40.6828</c:v>
                </c:pt>
                <c:pt idx="399">
                  <c:v>40.6553</c:v>
                </c:pt>
                <c:pt idx="400">
                  <c:v>40.672</c:v>
                </c:pt>
                <c:pt idx="401">
                  <c:v>40.7569</c:v>
                </c:pt>
                <c:pt idx="402">
                  <c:v>40.6798</c:v>
                </c:pt>
                <c:pt idx="403">
                  <c:v>40.6905</c:v>
                </c:pt>
                <c:pt idx="404">
                  <c:v>40.6566</c:v>
                </c:pt>
                <c:pt idx="405">
                  <c:v>40.7668</c:v>
                </c:pt>
                <c:pt idx="406">
                  <c:v>40.7026</c:v>
                </c:pt>
                <c:pt idx="407">
                  <c:v>40.7442</c:v>
                </c:pt>
                <c:pt idx="408">
                  <c:v>40.6508</c:v>
                </c:pt>
                <c:pt idx="409">
                  <c:v>40.7795</c:v>
                </c:pt>
                <c:pt idx="410">
                  <c:v>40.7446</c:v>
                </c:pt>
                <c:pt idx="411">
                  <c:v>40.8196</c:v>
                </c:pt>
                <c:pt idx="412">
                  <c:v>40.5776</c:v>
                </c:pt>
                <c:pt idx="413">
                  <c:v>40.8204</c:v>
                </c:pt>
                <c:pt idx="414">
                  <c:v>40.6409</c:v>
                </c:pt>
                <c:pt idx="415">
                  <c:v>40.7559</c:v>
                </c:pt>
                <c:pt idx="416">
                  <c:v>40.7518</c:v>
                </c:pt>
                <c:pt idx="417">
                  <c:v>40.7039</c:v>
                </c:pt>
                <c:pt idx="418">
                  <c:v>40.714</c:v>
                </c:pt>
                <c:pt idx="419">
                  <c:v>40.7461</c:v>
                </c:pt>
                <c:pt idx="420">
                  <c:v>40.8165</c:v>
                </c:pt>
                <c:pt idx="421">
                  <c:v>40.7625</c:v>
                </c:pt>
                <c:pt idx="422">
                  <c:v>40.7734</c:v>
                </c:pt>
                <c:pt idx="423">
                  <c:v>40.7542</c:v>
                </c:pt>
                <c:pt idx="424">
                  <c:v>40.6939</c:v>
                </c:pt>
                <c:pt idx="425">
                  <c:v>40.8315</c:v>
                </c:pt>
                <c:pt idx="426">
                  <c:v>40.7568</c:v>
                </c:pt>
                <c:pt idx="427">
                  <c:v>40.7456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-73.72"/>
          <c:min val="-74.06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40.92"/>
          <c:min val="40.5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141B34"/>
        </a:solidFill>
        <a:ln w="12700" cap="flat">
          <a:solidFill>
            <a:srgbClr val="141B34"/>
          </a:solidFill>
        </a:ln>
        <a:effectLst/>
      </c:spPr>
    </c:plotArea>
    <c:plotVisOnly val="1"/>
    <c:dispBlanksAs val="span"/>
    <c:showDLblsOverMax val="1"/>
  </c:chart>
  <c:spPr>
    <a:solidFill>
      <a:srgbClr val="141B3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B22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233"/>
                </a:solidFill>
                <a:latin typeface="Arial"/>
              </a:rPr>
              <a:t>Rata-rata entries per jam (seluruh 428 stasiun)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rgbClr val="141B34"/>
            </a:solidFill>
            <a:ln w="38100" cap="flat">
              <a:solidFill>
                <a:srgbClr val="141B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1B34"/>
              </a:solidFill>
              <a:ln w="9525" cap="flat">
                <a:solidFill>
                  <a:srgbClr val="141B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51.7</c:v>
                </c:pt>
                <c:pt idx="1">
                  <c:v>20.2</c:v>
                </c:pt>
                <c:pt idx="2">
                  <c:v>12.4</c:v>
                </c:pt>
                <c:pt idx="3">
                  <c:v>13.8</c:v>
                </c:pt>
                <c:pt idx="4">
                  <c:v>39.3</c:v>
                </c:pt>
                <c:pt idx="5">
                  <c:v>143.9</c:v>
                </c:pt>
                <c:pt idx="6">
                  <c:v>322.5</c:v>
                </c:pt>
                <c:pt idx="7">
                  <c:v>608.5</c:v>
                </c:pt>
                <c:pt idx="8">
                  <c:v>745</c:v>
                </c:pt>
                <c:pt idx="9">
                  <c:v>482.8</c:v>
                </c:pt>
                <c:pt idx="10">
                  <c:v>340.6</c:v>
                </c:pt>
                <c:pt idx="11">
                  <c:v>316.9</c:v>
                </c:pt>
                <c:pt idx="12">
                  <c:v>340.3</c:v>
                </c:pt>
                <c:pt idx="13">
                  <c:v>382.4</c:v>
                </c:pt>
                <c:pt idx="14">
                  <c:v>468.5</c:v>
                </c:pt>
                <c:pt idx="15">
                  <c:v>588.4</c:v>
                </c:pt>
                <c:pt idx="16">
                  <c:v>681.8</c:v>
                </c:pt>
                <c:pt idx="17">
                  <c:v>781.8</c:v>
                </c:pt>
                <c:pt idx="18">
                  <c:v>615.4</c:v>
                </c:pt>
                <c:pt idx="19">
                  <c:v>396.2</c:v>
                </c:pt>
                <c:pt idx="20">
                  <c:v>286.8</c:v>
                </c:pt>
                <c:pt idx="21">
                  <c:v>229.2</c:v>
                </c:pt>
                <c:pt idx="22">
                  <c:v>187.6</c:v>
                </c:pt>
                <c:pt idx="23">
                  <c:v>118.6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92.4</c:v>
                </c:pt>
                <c:pt idx="1">
                  <c:v>47.2</c:v>
                </c:pt>
                <c:pt idx="2">
                  <c:v>27.3</c:v>
                </c:pt>
                <c:pt idx="3">
                  <c:v>19.2</c:v>
                </c:pt>
                <c:pt idx="4">
                  <c:v>23.8</c:v>
                </c:pt>
                <c:pt idx="5">
                  <c:v>44.6</c:v>
                </c:pt>
                <c:pt idx="6">
                  <c:v>86.8</c:v>
                </c:pt>
                <c:pt idx="7">
                  <c:v>129.8</c:v>
                </c:pt>
                <c:pt idx="8">
                  <c:v>168.8</c:v>
                </c:pt>
                <c:pt idx="9">
                  <c:v>211.7</c:v>
                </c:pt>
                <c:pt idx="10">
                  <c:v>249.9</c:v>
                </c:pt>
                <c:pt idx="11">
                  <c:v>284.3</c:v>
                </c:pt>
                <c:pt idx="12">
                  <c:v>320.1</c:v>
                </c:pt>
                <c:pt idx="13">
                  <c:v>346.4</c:v>
                </c:pt>
                <c:pt idx="14">
                  <c:v>361.8</c:v>
                </c:pt>
                <c:pt idx="15">
                  <c:v>375.1</c:v>
                </c:pt>
                <c:pt idx="16">
                  <c:v>382.8</c:v>
                </c:pt>
                <c:pt idx="17">
                  <c:v>373.4</c:v>
                </c:pt>
                <c:pt idx="18">
                  <c:v>336.6</c:v>
                </c:pt>
                <c:pt idx="19">
                  <c:v>276.5</c:v>
                </c:pt>
                <c:pt idx="20">
                  <c:v>218.7</c:v>
                </c:pt>
                <c:pt idx="21">
                  <c:v>185.3</c:v>
                </c:pt>
                <c:pt idx="22">
                  <c:v>162.9</c:v>
                </c:pt>
                <c:pt idx="23">
                  <c:v>116.1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47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478"/>
                    </a:solidFill>
                    <a:latin typeface="Arial"/>
                  </a:rPr>
                  <a:t>Jam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5A647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6478"/>
                </a:solidFill>
                <a:latin typeface="Calibri"/>
              </a:rPr>
              <a:t>Semakin rendah semakin baik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41B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LightGBM
(tuned)</c:v>
                  </c:pt>
                  <c:pt idx="1">
                    <c:v>LightGBM
(default)</c:v>
                  </c:pt>
                  <c:pt idx="2">
                    <c:v>Baseline
naif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25.06</c:v>
                </c:pt>
                <c:pt idx="1">
                  <c:v>32.51</c:v>
                </c:pt>
                <c:pt idx="2">
                  <c:v>42.24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LightGBM
(tuned)</c:v>
                  </c:pt>
                  <c:pt idx="1">
                    <c:v>LightGBM
(default)</c:v>
                  </c:pt>
                  <c:pt idx="2">
                    <c:v>Baseline
naif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65.95</c:v>
                </c:pt>
                <c:pt idx="1">
                  <c:v>83.12</c:v>
                </c:pt>
                <c:pt idx="2">
                  <c:v>111.13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Stasiun</c:v>
                </c:pt>
              </c:strCache>
            </c:strRef>
          </c:tx>
          <c:spPr>
            <a:solidFill>
              <a:srgbClr val="F5A623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xVal>
            <c:numRef>
              <c:f>Sheet1!$A$2:$A$429</c:f>
              <c:numCache>
                <c:formatCode>General</c:formatCode>
                <c:ptCount val="428"/>
                <c:pt idx="0">
                  <c:v>-73.949</c:v>
                </c:pt>
                <c:pt idx="1">
                  <c:v>-73.9817</c:v>
                </c:pt>
                <c:pt idx="2">
                  <c:v>-74.0001</c:v>
                </c:pt>
                <c:pt idx="3">
                  <c:v>-73.7682</c:v>
                </c:pt>
                <c:pt idx="4">
                  <c:v>-73.9118</c:v>
                </c:pt>
                <c:pt idx="5">
                  <c:v>-74.0036</c:v>
                </c:pt>
                <c:pt idx="6">
                  <c:v>-73.8837</c:v>
                </c:pt>
                <c:pt idx="7">
                  <c:v>-73.9179</c:v>
                </c:pt>
                <c:pt idx="8">
                  <c:v>-73.9929</c:v>
                </c:pt>
                <c:pt idx="9">
                  <c:v>-73.9077</c:v>
                </c:pt>
                <c:pt idx="10">
                  <c:v>-73.8445</c:v>
                </c:pt>
                <c:pt idx="11">
                  <c:v>-73.9576</c:v>
                </c:pt>
                <c:pt idx="12">
                  <c:v>-73.9934</c:v>
                </c:pt>
                <c:pt idx="13">
                  <c:v>-73.8972</c:v>
                </c:pt>
                <c:pt idx="14">
                  <c:v>-73.88</c:v>
                </c:pt>
                <c:pt idx="15">
                  <c:v>-73.9965</c:v>
                </c:pt>
                <c:pt idx="16">
                  <c:v>-73.9937</c:v>
                </c:pt>
                <c:pt idx="17">
                  <c:v>-73.9799</c:v>
                </c:pt>
                <c:pt idx="18">
                  <c:v>-73.9442</c:v>
                </c:pt>
                <c:pt idx="19">
                  <c:v>-73.9964</c:v>
                </c:pt>
                <c:pt idx="20">
                  <c:v>-73.9982</c:v>
                </c:pt>
                <c:pt idx="21">
                  <c:v>-73.7613</c:v>
                </c:pt>
                <c:pt idx="22">
                  <c:v>-73.9746</c:v>
                </c:pt>
                <c:pt idx="23">
                  <c:v>-73.9328</c:v>
                </c:pt>
                <c:pt idx="24">
                  <c:v>-73.8846</c:v>
                </c:pt>
                <c:pt idx="25">
                  <c:v>-73.9673</c:v>
                </c:pt>
                <c:pt idx="26">
                  <c:v>-73.9721</c:v>
                </c:pt>
                <c:pt idx="27">
                  <c:v>-74.0117</c:v>
                </c:pt>
                <c:pt idx="28">
                  <c:v>-73.9875</c:v>
                </c:pt>
                <c:pt idx="29">
                  <c:v>-73.996</c:v>
                </c:pt>
                <c:pt idx="30">
                  <c:v>-73.8725</c:v>
                </c:pt>
                <c:pt idx="31">
                  <c:v>-74.0748</c:v>
                </c:pt>
                <c:pt idx="32">
                  <c:v>-73.971</c:v>
                </c:pt>
                <c:pt idx="33">
                  <c:v>-73.8906</c:v>
                </c:pt>
                <c:pt idx="34">
                  <c:v>-73.9691</c:v>
                </c:pt>
                <c:pt idx="35">
                  <c:v>-73.9504</c:v>
                </c:pt>
                <c:pt idx="36">
                  <c:v>-73.9192</c:v>
                </c:pt>
                <c:pt idx="37">
                  <c:v>-73.9533</c:v>
                </c:pt>
                <c:pt idx="38">
                  <c:v>-73.9934</c:v>
                </c:pt>
                <c:pt idx="39">
                  <c:v>-73.8527</c:v>
                </c:pt>
                <c:pt idx="40">
                  <c:v>-73.9274</c:v>
                </c:pt>
                <c:pt idx="41">
                  <c:v>-73.9288</c:v>
                </c:pt>
                <c:pt idx="42">
                  <c:v>-73.8326</c:v>
                </c:pt>
                <c:pt idx="43">
                  <c:v>-74.0119</c:v>
                </c:pt>
                <c:pt idx="44">
                  <c:v>-73.8695</c:v>
                </c:pt>
                <c:pt idx="45">
                  <c:v>-73.9797</c:v>
                </c:pt>
                <c:pt idx="46">
                  <c:v>-73.9214</c:v>
                </c:pt>
                <c:pt idx="47">
                  <c:v>-73.9943</c:v>
                </c:pt>
                <c:pt idx="48">
                  <c:v>-73.9048</c:v>
                </c:pt>
                <c:pt idx="49">
                  <c:v>-73.9582</c:v>
                </c:pt>
                <c:pt idx="50">
                  <c:v>-73.9569</c:v>
                </c:pt>
                <c:pt idx="51">
                  <c:v>-73.9484</c:v>
                </c:pt>
                <c:pt idx="52">
                  <c:v>-73.8992</c:v>
                </c:pt>
                <c:pt idx="53">
                  <c:v>-74.0053</c:v>
                </c:pt>
                <c:pt idx="54">
                  <c:v>-73.944</c:v>
                </c:pt>
                <c:pt idx="55">
                  <c:v>-73.9052</c:v>
                </c:pt>
                <c:pt idx="56">
                  <c:v>-73.9578</c:v>
                </c:pt>
                <c:pt idx="57">
                  <c:v>-73.9041</c:v>
                </c:pt>
                <c:pt idx="58">
                  <c:v>-73.808</c:v>
                </c:pt>
                <c:pt idx="59">
                  <c:v>-73.9396</c:v>
                </c:pt>
                <c:pt idx="60">
                  <c:v>-73.8363</c:v>
                </c:pt>
                <c:pt idx="61">
                  <c:v>-73.9503</c:v>
                </c:pt>
                <c:pt idx="62">
                  <c:v>-73.8603</c:v>
                </c:pt>
                <c:pt idx="63">
                  <c:v>-73.8136</c:v>
                </c:pt>
                <c:pt idx="64">
                  <c:v>-73.9422</c:v>
                </c:pt>
                <c:pt idx="65">
                  <c:v>-73.9979</c:v>
                </c:pt>
                <c:pt idx="66">
                  <c:v>-73.9645</c:v>
                </c:pt>
                <c:pt idx="67">
                  <c:v>-73.8276</c:v>
                </c:pt>
                <c:pt idx="68">
                  <c:v>-74.0029</c:v>
                </c:pt>
                <c:pt idx="69">
                  <c:v>-73.9407</c:v>
                </c:pt>
                <c:pt idx="70">
                  <c:v>-73.904</c:v>
                </c:pt>
                <c:pt idx="71">
                  <c:v>-73.938</c:v>
                </c:pt>
                <c:pt idx="72">
                  <c:v>-73.914</c:v>
                </c:pt>
                <c:pt idx="73">
                  <c:v>-73.7885</c:v>
                </c:pt>
                <c:pt idx="74">
                  <c:v>-73.9642</c:v>
                </c:pt>
                <c:pt idx="75">
                  <c:v>-74.0054</c:v>
                </c:pt>
                <c:pt idx="76">
                  <c:v>-73.9476</c:v>
                </c:pt>
                <c:pt idx="77">
                  <c:v>-73.9077</c:v>
                </c:pt>
                <c:pt idx="78">
                  <c:v>-73.9764</c:v>
                </c:pt>
                <c:pt idx="79">
                  <c:v>-73.8512</c:v>
                </c:pt>
                <c:pt idx="80">
                  <c:v>-73.9342</c:v>
                </c:pt>
                <c:pt idx="81">
                  <c:v>-73.7936</c:v>
                </c:pt>
                <c:pt idx="82">
                  <c:v>-73.8964</c:v>
                </c:pt>
                <c:pt idx="83">
                  <c:v>-73.9816</c:v>
                </c:pt>
                <c:pt idx="84">
                  <c:v>-73.9569</c:v>
                </c:pt>
                <c:pt idx="85">
                  <c:v>-74.0284</c:v>
                </c:pt>
                <c:pt idx="86">
                  <c:v>-73.8995</c:v>
                </c:pt>
                <c:pt idx="87">
                  <c:v>-74.0035</c:v>
                </c:pt>
                <c:pt idx="88">
                  <c:v>-74.0141</c:v>
                </c:pt>
                <c:pt idx="89">
                  <c:v>-73.924</c:v>
                </c:pt>
                <c:pt idx="90">
                  <c:v>-73.9549</c:v>
                </c:pt>
                <c:pt idx="91">
                  <c:v>-73.9226</c:v>
                </c:pt>
                <c:pt idx="92">
                  <c:v>-73.8967</c:v>
                </c:pt>
                <c:pt idx="93">
                  <c:v>-73.8935</c:v>
                </c:pt>
                <c:pt idx="94">
                  <c:v>-73.843</c:v>
                </c:pt>
                <c:pt idx="95">
                  <c:v>-73.9584</c:v>
                </c:pt>
                <c:pt idx="96">
                  <c:v>-73.9294</c:v>
                </c:pt>
                <c:pt idx="97">
                  <c:v>-73.9938</c:v>
                </c:pt>
                <c:pt idx="98">
                  <c:v>-73.9089</c:v>
                </c:pt>
                <c:pt idx="99">
                  <c:v>-73.9762</c:v>
                </c:pt>
                <c:pt idx="100">
                  <c:v>-73.8896</c:v>
                </c:pt>
                <c:pt idx="101">
                  <c:v>-73.9376</c:v>
                </c:pt>
                <c:pt idx="102">
                  <c:v>-73.9255</c:v>
                </c:pt>
                <c:pt idx="103">
                  <c:v>-73.944</c:v>
                </c:pt>
                <c:pt idx="104">
                  <c:v>-73.9661</c:v>
                </c:pt>
                <c:pt idx="105">
                  <c:v>-73.9542</c:v>
                </c:pt>
                <c:pt idx="106">
                  <c:v>-73.9818</c:v>
                </c:pt>
                <c:pt idx="107">
                  <c:v>-73.831</c:v>
                </c:pt>
                <c:pt idx="108">
                  <c:v>-73.9804</c:v>
                </c:pt>
                <c:pt idx="109">
                  <c:v>-73.9868</c:v>
                </c:pt>
                <c:pt idx="110">
                  <c:v>-73.8651</c:v>
                </c:pt>
                <c:pt idx="111">
                  <c:v>-73.9134</c:v>
                </c:pt>
                <c:pt idx="112">
                  <c:v>-73.9552</c:v>
                </c:pt>
                <c:pt idx="113">
                  <c:v>-73.912</c:v>
                </c:pt>
                <c:pt idx="114">
                  <c:v>-73.9402</c:v>
                </c:pt>
                <c:pt idx="115">
                  <c:v>-73.9208</c:v>
                </c:pt>
                <c:pt idx="116">
                  <c:v>-73.9742</c:v>
                </c:pt>
                <c:pt idx="117">
                  <c:v>-73.7838</c:v>
                </c:pt>
                <c:pt idx="118">
                  <c:v>-73.9415</c:v>
                </c:pt>
                <c:pt idx="119">
                  <c:v>-73.9184</c:v>
                </c:pt>
                <c:pt idx="120">
                  <c:v>-73.9866</c:v>
                </c:pt>
                <c:pt idx="121">
                  <c:v>-73.9971</c:v>
                </c:pt>
                <c:pt idx="122">
                  <c:v>-73.8766</c:v>
                </c:pt>
                <c:pt idx="123">
                  <c:v>-73.86</c:v>
                </c:pt>
                <c:pt idx="124">
                  <c:v>-74.0063</c:v>
                </c:pt>
                <c:pt idx="125">
                  <c:v>-73.9511</c:v>
                </c:pt>
                <c:pt idx="126">
                  <c:v>-73.9166</c:v>
                </c:pt>
                <c:pt idx="127">
                  <c:v>-73.8792</c:v>
                </c:pt>
                <c:pt idx="128">
                  <c:v>-73.9504</c:v>
                </c:pt>
                <c:pt idx="129">
                  <c:v>-73.9884</c:v>
                </c:pt>
                <c:pt idx="130">
                  <c:v>-73.8787</c:v>
                </c:pt>
                <c:pt idx="131">
                  <c:v>-73.9509</c:v>
                </c:pt>
                <c:pt idx="132">
                  <c:v>-73.9031</c:v>
                </c:pt>
                <c:pt idx="133">
                  <c:v>-74.0006</c:v>
                </c:pt>
                <c:pt idx="134">
                  <c:v>-73.9594</c:v>
                </c:pt>
                <c:pt idx="135">
                  <c:v>-73.9977</c:v>
                </c:pt>
                <c:pt idx="136">
                  <c:v>-73.906</c:v>
                </c:pt>
                <c:pt idx="137">
                  <c:v>-73.8107</c:v>
                </c:pt>
                <c:pt idx="138">
                  <c:v>-73.9869</c:v>
                </c:pt>
                <c:pt idx="139">
                  <c:v>-73.9818</c:v>
                </c:pt>
                <c:pt idx="140">
                  <c:v>-73.83</c:v>
                </c:pt>
                <c:pt idx="141">
                  <c:v>-73.8808</c:v>
                </c:pt>
                <c:pt idx="142">
                  <c:v>-73.9502</c:v>
                </c:pt>
                <c:pt idx="143">
                  <c:v>-73.9274</c:v>
                </c:pt>
                <c:pt idx="144">
                  <c:v>-73.9926</c:v>
                </c:pt>
                <c:pt idx="145">
                  <c:v>-73.9101</c:v>
                </c:pt>
                <c:pt idx="146">
                  <c:v>-73.9184</c:v>
                </c:pt>
                <c:pt idx="147">
                  <c:v>-73.8959</c:v>
                </c:pt>
                <c:pt idx="148">
                  <c:v>-73.9408</c:v>
                </c:pt>
                <c:pt idx="149">
                  <c:v>-73.9523</c:v>
                </c:pt>
                <c:pt idx="150">
                  <c:v>-73.8692</c:v>
                </c:pt>
                <c:pt idx="151">
                  <c:v>-73.9816</c:v>
                </c:pt>
                <c:pt idx="152">
                  <c:v>-73.8616</c:v>
                </c:pt>
                <c:pt idx="153">
                  <c:v>-73.9534</c:v>
                </c:pt>
                <c:pt idx="154">
                  <c:v>-73.9947</c:v>
                </c:pt>
                <c:pt idx="155">
                  <c:v>-73.9288</c:v>
                </c:pt>
                <c:pt idx="156">
                  <c:v>-73.9184</c:v>
                </c:pt>
                <c:pt idx="157">
                  <c:v>-73.9105</c:v>
                </c:pt>
                <c:pt idx="158">
                  <c:v>-73.8671</c:v>
                </c:pt>
                <c:pt idx="159">
                  <c:v>-73.9372</c:v>
                </c:pt>
                <c:pt idx="160">
                  <c:v>-73.949</c:v>
                </c:pt>
                <c:pt idx="161">
                  <c:v>-74.0133</c:v>
                </c:pt>
                <c:pt idx="162">
                  <c:v>-73.8283</c:v>
                </c:pt>
                <c:pt idx="163">
                  <c:v>-73.9411</c:v>
                </c:pt>
                <c:pt idx="164">
                  <c:v>-73.902</c:v>
                </c:pt>
                <c:pt idx="165">
                  <c:v>-73.8258</c:v>
                </c:pt>
                <c:pt idx="166">
                  <c:v>-73.8359</c:v>
                </c:pt>
                <c:pt idx="167">
                  <c:v>-73.9899</c:v>
                </c:pt>
                <c:pt idx="168">
                  <c:v>-73.9449</c:v>
                </c:pt>
                <c:pt idx="169">
                  <c:v>-73.9031</c:v>
                </c:pt>
                <c:pt idx="170">
                  <c:v>-73.8663</c:v>
                </c:pt>
                <c:pt idx="171">
                  <c:v>-73.9053</c:v>
                </c:pt>
                <c:pt idx="172">
                  <c:v>-73.9628</c:v>
                </c:pt>
                <c:pt idx="173">
                  <c:v>-73.9733</c:v>
                </c:pt>
                <c:pt idx="174">
                  <c:v>-73.9599</c:v>
                </c:pt>
                <c:pt idx="175">
                  <c:v>-73.9843</c:v>
                </c:pt>
                <c:pt idx="176">
                  <c:v>-73.8206</c:v>
                </c:pt>
                <c:pt idx="177">
                  <c:v>-73.9838</c:v>
                </c:pt>
                <c:pt idx="178">
                  <c:v>-73.9639</c:v>
                </c:pt>
                <c:pt idx="179">
                  <c:v>-73.9724</c:v>
                </c:pt>
                <c:pt idx="180">
                  <c:v>-73.9951</c:v>
                </c:pt>
                <c:pt idx="181">
                  <c:v>-73.9255</c:v>
                </c:pt>
                <c:pt idx="182">
                  <c:v>-73.9197</c:v>
                </c:pt>
                <c:pt idx="183">
                  <c:v>-73.9428</c:v>
                </c:pt>
                <c:pt idx="184">
                  <c:v>-73.8626</c:v>
                </c:pt>
                <c:pt idx="185">
                  <c:v>-73.8984</c:v>
                </c:pt>
                <c:pt idx="186">
                  <c:v>-73.9472</c:v>
                </c:pt>
                <c:pt idx="187">
                  <c:v>-74.0005</c:v>
                </c:pt>
                <c:pt idx="188">
                  <c:v>-73.9336</c:v>
                </c:pt>
                <c:pt idx="189">
                  <c:v>-73.9178</c:v>
                </c:pt>
                <c:pt idx="190">
                  <c:v>-73.9931</c:v>
                </c:pt>
                <c:pt idx="191">
                  <c:v>-73.8847</c:v>
                </c:pt>
                <c:pt idx="192">
                  <c:v>-73.8919</c:v>
                </c:pt>
                <c:pt idx="193">
                  <c:v>-73.847</c:v>
                </c:pt>
                <c:pt idx="194">
                  <c:v>-73.9489</c:v>
                </c:pt>
                <c:pt idx="195">
                  <c:v>-73.9753</c:v>
                </c:pt>
                <c:pt idx="196">
                  <c:v>-73.8322</c:v>
                </c:pt>
                <c:pt idx="197">
                  <c:v>-73.9782</c:v>
                </c:pt>
                <c:pt idx="198">
                  <c:v>-73.9261</c:v>
                </c:pt>
                <c:pt idx="199">
                  <c:v>-73.9669</c:v>
                </c:pt>
                <c:pt idx="200">
                  <c:v>-73.9382</c:v>
                </c:pt>
                <c:pt idx="201">
                  <c:v>-73.9537</c:v>
                </c:pt>
                <c:pt idx="202">
                  <c:v>-73.9178</c:v>
                </c:pt>
                <c:pt idx="203">
                  <c:v>-73.9989</c:v>
                </c:pt>
                <c:pt idx="204">
                  <c:v>-73.9584</c:v>
                </c:pt>
                <c:pt idx="205">
                  <c:v>-73.9758</c:v>
                </c:pt>
                <c:pt idx="206">
                  <c:v>-73.9163</c:v>
                </c:pt>
                <c:pt idx="207">
                  <c:v>-73.8931</c:v>
                </c:pt>
                <c:pt idx="208">
                  <c:v>-73.9861</c:v>
                </c:pt>
                <c:pt idx="209">
                  <c:v>-73.8965</c:v>
                </c:pt>
                <c:pt idx="210">
                  <c:v>-73.8894</c:v>
                </c:pt>
                <c:pt idx="211">
                  <c:v>-73.9273</c:v>
                </c:pt>
                <c:pt idx="212">
                  <c:v>-73.9867</c:v>
                </c:pt>
                <c:pt idx="213">
                  <c:v>-73.8456</c:v>
                </c:pt>
                <c:pt idx="214">
                  <c:v>-73.7969</c:v>
                </c:pt>
                <c:pt idx="215">
                  <c:v>-73.9616</c:v>
                </c:pt>
                <c:pt idx="216">
                  <c:v>-74.0255</c:v>
                </c:pt>
                <c:pt idx="217">
                  <c:v>-74.0111</c:v>
                </c:pt>
                <c:pt idx="218">
                  <c:v>-73.8439</c:v>
                </c:pt>
                <c:pt idx="219">
                  <c:v>-73.9751</c:v>
                </c:pt>
                <c:pt idx="220">
                  <c:v>-73.9545</c:v>
                </c:pt>
                <c:pt idx="221">
                  <c:v>-73.9904</c:v>
                </c:pt>
                <c:pt idx="222">
                  <c:v>-73.9577</c:v>
                </c:pt>
                <c:pt idx="223">
                  <c:v>-73.9615</c:v>
                </c:pt>
                <c:pt idx="224">
                  <c:v>-73.9077</c:v>
                </c:pt>
                <c:pt idx="225">
                  <c:v>-73.9684</c:v>
                </c:pt>
                <c:pt idx="226">
                  <c:v>-73.9507</c:v>
                </c:pt>
                <c:pt idx="227">
                  <c:v>-74.0138</c:v>
                </c:pt>
                <c:pt idx="228">
                  <c:v>-73.8506</c:v>
                </c:pt>
                <c:pt idx="229">
                  <c:v>-73.9119</c:v>
                </c:pt>
                <c:pt idx="230">
                  <c:v>-73.985</c:v>
                </c:pt>
                <c:pt idx="231">
                  <c:v>-73.8443</c:v>
                </c:pt>
                <c:pt idx="232">
                  <c:v>-73.9442</c:v>
                </c:pt>
                <c:pt idx="233">
                  <c:v>-74.0069</c:v>
                </c:pt>
                <c:pt idx="234">
                  <c:v>-73.9754</c:v>
                </c:pt>
                <c:pt idx="235">
                  <c:v>-73.901</c:v>
                </c:pt>
                <c:pt idx="236">
                  <c:v>-73.8735</c:v>
                </c:pt>
                <c:pt idx="237">
                  <c:v>-73.9133</c:v>
                </c:pt>
                <c:pt idx="238">
                  <c:v>-73.9639</c:v>
                </c:pt>
                <c:pt idx="239">
                  <c:v>-73.9007</c:v>
                </c:pt>
                <c:pt idx="240">
                  <c:v>-73.8964</c:v>
                </c:pt>
                <c:pt idx="241">
                  <c:v>-73.8206</c:v>
                </c:pt>
                <c:pt idx="242">
                  <c:v>-73.8627</c:v>
                </c:pt>
                <c:pt idx="243">
                  <c:v>-73.776</c:v>
                </c:pt>
                <c:pt idx="244">
                  <c:v>-73.8033</c:v>
                </c:pt>
                <c:pt idx="245">
                  <c:v>-73.9307</c:v>
                </c:pt>
                <c:pt idx="246">
                  <c:v>-73.9782</c:v>
                </c:pt>
                <c:pt idx="247">
                  <c:v>-73.8575</c:v>
                </c:pt>
                <c:pt idx="248">
                  <c:v>-73.9541</c:v>
                </c:pt>
                <c:pt idx="249">
                  <c:v>-73.9147</c:v>
                </c:pt>
                <c:pt idx="250">
                  <c:v>-73.8303</c:v>
                </c:pt>
                <c:pt idx="251">
                  <c:v>-73.9608</c:v>
                </c:pt>
                <c:pt idx="252">
                  <c:v>-73.9536</c:v>
                </c:pt>
                <c:pt idx="253">
                  <c:v>-73.9009</c:v>
                </c:pt>
                <c:pt idx="254">
                  <c:v>-73.9188</c:v>
                </c:pt>
                <c:pt idx="255">
                  <c:v>-73.9668</c:v>
                </c:pt>
                <c:pt idx="256">
                  <c:v>-73.9504</c:v>
                </c:pt>
                <c:pt idx="257">
                  <c:v>-73.859</c:v>
                </c:pt>
                <c:pt idx="258">
                  <c:v>-73.9006</c:v>
                </c:pt>
                <c:pt idx="259">
                  <c:v>-73.9041</c:v>
                </c:pt>
                <c:pt idx="260">
                  <c:v>-73.8949</c:v>
                </c:pt>
                <c:pt idx="261">
                  <c:v>-73.8341</c:v>
                </c:pt>
                <c:pt idx="262">
                  <c:v>-73.963</c:v>
                </c:pt>
                <c:pt idx="263">
                  <c:v>-73.9863</c:v>
                </c:pt>
                <c:pt idx="264">
                  <c:v>-73.9911</c:v>
                </c:pt>
                <c:pt idx="265">
                  <c:v>-73.9734</c:v>
                </c:pt>
                <c:pt idx="266">
                  <c:v>-73.9928</c:v>
                </c:pt>
                <c:pt idx="267">
                  <c:v>-73.982</c:v>
                </c:pt>
                <c:pt idx="268">
                  <c:v>-73.9409</c:v>
                </c:pt>
                <c:pt idx="269">
                  <c:v>-74.0736</c:v>
                </c:pt>
                <c:pt idx="270">
                  <c:v>-73.9878</c:v>
                </c:pt>
                <c:pt idx="271">
                  <c:v>-73.9257</c:v>
                </c:pt>
                <c:pt idx="272">
                  <c:v>-73.9948</c:v>
                </c:pt>
                <c:pt idx="273">
                  <c:v>-73.7554</c:v>
                </c:pt>
                <c:pt idx="274">
                  <c:v>-73.9496</c:v>
                </c:pt>
                <c:pt idx="275">
                  <c:v>-73.8986</c:v>
                </c:pt>
                <c:pt idx="276">
                  <c:v>-73.8685</c:v>
                </c:pt>
                <c:pt idx="277">
                  <c:v>-73.8904</c:v>
                </c:pt>
                <c:pt idx="278">
                  <c:v>-74.01</c:v>
                </c:pt>
                <c:pt idx="279">
                  <c:v>-73.9813</c:v>
                </c:pt>
                <c:pt idx="280">
                  <c:v>-74.0017</c:v>
                </c:pt>
                <c:pt idx="281">
                  <c:v>-74.0093</c:v>
                </c:pt>
                <c:pt idx="282">
                  <c:v>-73.9685</c:v>
                </c:pt>
                <c:pt idx="283">
                  <c:v>-73.9887</c:v>
                </c:pt>
                <c:pt idx="284">
                  <c:v>-73.8553</c:v>
                </c:pt>
                <c:pt idx="285">
                  <c:v>-74.0309</c:v>
                </c:pt>
                <c:pt idx="286">
                  <c:v>-73.9981</c:v>
                </c:pt>
                <c:pt idx="287">
                  <c:v>-73.9356</c:v>
                </c:pt>
                <c:pt idx="288">
                  <c:v>-73.9199</c:v>
                </c:pt>
                <c:pt idx="289">
                  <c:v>-73.8745</c:v>
                </c:pt>
                <c:pt idx="290">
                  <c:v>-73.9905</c:v>
                </c:pt>
                <c:pt idx="291">
                  <c:v>-73.9955</c:v>
                </c:pt>
                <c:pt idx="292">
                  <c:v>-73.9812</c:v>
                </c:pt>
                <c:pt idx="293">
                  <c:v>-74.0234</c:v>
                </c:pt>
                <c:pt idx="294">
                  <c:v>-73.9416</c:v>
                </c:pt>
                <c:pt idx="295">
                  <c:v>-73.9518</c:v>
                </c:pt>
                <c:pt idx="296">
                  <c:v>-73.9581</c:v>
                </c:pt>
                <c:pt idx="297">
                  <c:v>-73.8608</c:v>
                </c:pt>
                <c:pt idx="298">
                  <c:v>-73.9397</c:v>
                </c:pt>
                <c:pt idx="299">
                  <c:v>-73.8871</c:v>
                </c:pt>
                <c:pt idx="300">
                  <c:v>-73.88</c:v>
                </c:pt>
                <c:pt idx="301">
                  <c:v>-73.882</c:v>
                </c:pt>
                <c:pt idx="302">
                  <c:v>-73.9455</c:v>
                </c:pt>
                <c:pt idx="303">
                  <c:v>-73.9475</c:v>
                </c:pt>
                <c:pt idx="304">
                  <c:v>-73.99</c:v>
                </c:pt>
                <c:pt idx="305">
                  <c:v>-73.9893</c:v>
                </c:pt>
                <c:pt idx="306">
                  <c:v>-73.9116</c:v>
                </c:pt>
                <c:pt idx="307">
                  <c:v>-73.973</c:v>
                </c:pt>
                <c:pt idx="308">
                  <c:v>-73.8672</c:v>
                </c:pt>
                <c:pt idx="309">
                  <c:v>-74.0091</c:v>
                </c:pt>
                <c:pt idx="310">
                  <c:v>-73.8863</c:v>
                </c:pt>
                <c:pt idx="311">
                  <c:v>-73.9299</c:v>
                </c:pt>
                <c:pt idx="312">
                  <c:v>-73.8377</c:v>
                </c:pt>
                <c:pt idx="313">
                  <c:v>-74.007</c:v>
                </c:pt>
                <c:pt idx="314">
                  <c:v>-73.9752</c:v>
                </c:pt>
                <c:pt idx="315">
                  <c:v>-74.0037</c:v>
                </c:pt>
                <c:pt idx="316">
                  <c:v>-73.8544</c:v>
                </c:pt>
                <c:pt idx="317">
                  <c:v>-73.9759</c:v>
                </c:pt>
                <c:pt idx="318">
                  <c:v>-73.8913</c:v>
                </c:pt>
                <c:pt idx="319">
                  <c:v>-73.9723</c:v>
                </c:pt>
                <c:pt idx="320">
                  <c:v>-73.9153</c:v>
                </c:pt>
                <c:pt idx="321">
                  <c:v>-73.9019</c:v>
                </c:pt>
                <c:pt idx="322">
                  <c:v>-73.9039</c:v>
                </c:pt>
                <c:pt idx="323">
                  <c:v>-73.9497</c:v>
                </c:pt>
                <c:pt idx="324">
                  <c:v>-73.8605</c:v>
                </c:pt>
                <c:pt idx="325">
                  <c:v>-73.9622</c:v>
                </c:pt>
                <c:pt idx="326">
                  <c:v>-73.8738</c:v>
                </c:pt>
                <c:pt idx="327">
                  <c:v>-73.9229</c:v>
                </c:pt>
                <c:pt idx="328">
                  <c:v>-73.9601</c:v>
                </c:pt>
                <c:pt idx="329">
                  <c:v>-73.9803</c:v>
                </c:pt>
                <c:pt idx="330">
                  <c:v>-73.9399</c:v>
                </c:pt>
                <c:pt idx="331">
                  <c:v>-73.9689</c:v>
                </c:pt>
                <c:pt idx="332">
                  <c:v>-73.8464</c:v>
                </c:pt>
                <c:pt idx="333">
                  <c:v>-73.9365</c:v>
                </c:pt>
                <c:pt idx="334">
                  <c:v>-73.9775</c:v>
                </c:pt>
                <c:pt idx="335">
                  <c:v>-73.9505</c:v>
                </c:pt>
                <c:pt idx="336">
                  <c:v>-73.9805</c:v>
                </c:pt>
                <c:pt idx="337">
                  <c:v>-73.9641</c:v>
                </c:pt>
                <c:pt idx="338">
                  <c:v>-73.9909</c:v>
                </c:pt>
                <c:pt idx="339">
                  <c:v>-73.8676</c:v>
                </c:pt>
                <c:pt idx="340">
                  <c:v>-73.9807</c:v>
                </c:pt>
                <c:pt idx="341">
                  <c:v>-73.8986</c:v>
                </c:pt>
                <c:pt idx="342">
                  <c:v>-73.9795</c:v>
                </c:pt>
                <c:pt idx="343">
                  <c:v>-73.9902</c:v>
                </c:pt>
                <c:pt idx="344">
                  <c:v>-73.9513</c:v>
                </c:pt>
                <c:pt idx="345">
                  <c:v>-74.014</c:v>
                </c:pt>
                <c:pt idx="346">
                  <c:v>-74.0067</c:v>
                </c:pt>
                <c:pt idx="347">
                  <c:v>-73.8978</c:v>
                </c:pt>
                <c:pt idx="348">
                  <c:v>-73.9724</c:v>
                </c:pt>
                <c:pt idx="349">
                  <c:v>-73.8308</c:v>
                </c:pt>
                <c:pt idx="350">
                  <c:v>-73.8674</c:v>
                </c:pt>
                <c:pt idx="351">
                  <c:v>-73.8901</c:v>
                </c:pt>
                <c:pt idx="352">
                  <c:v>-73.9939</c:v>
                </c:pt>
                <c:pt idx="353">
                  <c:v>-73.9535</c:v>
                </c:pt>
                <c:pt idx="354">
                  <c:v>-73.8011</c:v>
                </c:pt>
                <c:pt idx="355">
                  <c:v>-73.9838</c:v>
                </c:pt>
                <c:pt idx="356">
                  <c:v>-73.9841</c:v>
                </c:pt>
                <c:pt idx="357">
                  <c:v>-73.9831</c:v>
                </c:pt>
                <c:pt idx="358">
                  <c:v>-73.9761</c:v>
                </c:pt>
                <c:pt idx="359">
                  <c:v>-73.9476</c:v>
                </c:pt>
                <c:pt idx="360">
                  <c:v>-74.013</c:v>
                </c:pt>
                <c:pt idx="361">
                  <c:v>-73.9024</c:v>
                </c:pt>
                <c:pt idx="362">
                  <c:v>-73.9331</c:v>
                </c:pt>
                <c:pt idx="363">
                  <c:v>-74.0052</c:v>
                </c:pt>
                <c:pt idx="364">
                  <c:v>-73.8386</c:v>
                </c:pt>
                <c:pt idx="365">
                  <c:v>-73.998</c:v>
                </c:pt>
                <c:pt idx="366">
                  <c:v>-73.8772</c:v>
                </c:pt>
                <c:pt idx="367">
                  <c:v>-73.9911</c:v>
                </c:pt>
                <c:pt idx="368">
                  <c:v>-73.9743</c:v>
                </c:pt>
                <c:pt idx="369">
                  <c:v>-73.8917</c:v>
                </c:pt>
                <c:pt idx="370">
                  <c:v>-73.8356</c:v>
                </c:pt>
                <c:pt idx="371">
                  <c:v>-73.8373</c:v>
                </c:pt>
                <c:pt idx="372">
                  <c:v>-73.9739</c:v>
                </c:pt>
                <c:pt idx="373">
                  <c:v>-73.9223</c:v>
                </c:pt>
                <c:pt idx="374">
                  <c:v>-73.9791</c:v>
                </c:pt>
                <c:pt idx="375">
                  <c:v>-74.0017</c:v>
                </c:pt>
                <c:pt idx="376">
                  <c:v>-73.9518</c:v>
                </c:pt>
                <c:pt idx="377">
                  <c:v>-73.8841</c:v>
                </c:pt>
                <c:pt idx="378">
                  <c:v>-73.9658</c:v>
                </c:pt>
                <c:pt idx="379">
                  <c:v>-73.9559</c:v>
                </c:pt>
                <c:pt idx="380">
                  <c:v>-73.9957</c:v>
                </c:pt>
                <c:pt idx="381">
                  <c:v>-73.9399</c:v>
                </c:pt>
                <c:pt idx="382">
                  <c:v>-73.8554</c:v>
                </c:pt>
                <c:pt idx="383">
                  <c:v>-73.9647</c:v>
                </c:pt>
                <c:pt idx="384">
                  <c:v>-73.977</c:v>
                </c:pt>
                <c:pt idx="385">
                  <c:v>-73.9771</c:v>
                </c:pt>
                <c:pt idx="386">
                  <c:v>-74.0122</c:v>
                </c:pt>
                <c:pt idx="387">
                  <c:v>-74.0179</c:v>
                </c:pt>
                <c:pt idx="388">
                  <c:v>-73.8721</c:v>
                </c:pt>
                <c:pt idx="389">
                  <c:v>-73.9098</c:v>
                </c:pt>
                <c:pt idx="390">
                  <c:v>-73.8788</c:v>
                </c:pt>
                <c:pt idx="391">
                  <c:v>-73.8159</c:v>
                </c:pt>
                <c:pt idx="392">
                  <c:v>-73.8281</c:v>
                </c:pt>
                <c:pt idx="393">
                  <c:v>-73.8363</c:v>
                </c:pt>
                <c:pt idx="394">
                  <c:v>-73.99</c:v>
                </c:pt>
                <c:pt idx="395">
                  <c:v>-73.985</c:v>
                </c:pt>
                <c:pt idx="396">
                  <c:v>-73.8877</c:v>
                </c:pt>
                <c:pt idx="397">
                  <c:v>-73.9329</c:v>
                </c:pt>
                <c:pt idx="398">
                  <c:v>-73.9053</c:v>
                </c:pt>
                <c:pt idx="399">
                  <c:v>-73.9615</c:v>
                </c:pt>
                <c:pt idx="400">
                  <c:v>-73.9644</c:v>
                </c:pt>
                <c:pt idx="401">
                  <c:v>-73.9207</c:v>
                </c:pt>
                <c:pt idx="402">
                  <c:v>-73.8515</c:v>
                </c:pt>
                <c:pt idx="403">
                  <c:v>-73.9851</c:v>
                </c:pt>
                <c:pt idx="404">
                  <c:v>-73.9502</c:v>
                </c:pt>
                <c:pt idx="405">
                  <c:v>-73.9215</c:v>
                </c:pt>
                <c:pt idx="406">
                  <c:v>-73.8169</c:v>
                </c:pt>
                <c:pt idx="407">
                  <c:v>-73.9126</c:v>
                </c:pt>
                <c:pt idx="408">
                  <c:v>-73.9496</c:v>
                </c:pt>
                <c:pt idx="409">
                  <c:v>-73.9556</c:v>
                </c:pt>
                <c:pt idx="410">
                  <c:v>-73.931</c:v>
                </c:pt>
                <c:pt idx="411">
                  <c:v>-73.9018</c:v>
                </c:pt>
                <c:pt idx="412">
                  <c:v>-73.9614</c:v>
                </c:pt>
                <c:pt idx="413">
                  <c:v>-73.9363</c:v>
                </c:pt>
                <c:pt idx="414">
                  <c:v>-73.9943</c:v>
                </c:pt>
                <c:pt idx="415">
                  <c:v>-74.0019</c:v>
                </c:pt>
                <c:pt idx="416">
                  <c:v>-73.9768</c:v>
                </c:pt>
                <c:pt idx="417">
                  <c:v>-73.9474</c:v>
                </c:pt>
                <c:pt idx="418">
                  <c:v>-74.0087</c:v>
                </c:pt>
                <c:pt idx="419">
                  <c:v>-73.9821</c:v>
                </c:pt>
                <c:pt idx="420">
                  <c:v>-73.9078</c:v>
                </c:pt>
                <c:pt idx="421">
                  <c:v>-73.986</c:v>
                </c:pt>
                <c:pt idx="422">
                  <c:v>-73.9822</c:v>
                </c:pt>
                <c:pt idx="423">
                  <c:v>-73.9823</c:v>
                </c:pt>
                <c:pt idx="424">
                  <c:v>-73.8516</c:v>
                </c:pt>
                <c:pt idx="425">
                  <c:v>-73.8676</c:v>
                </c:pt>
                <c:pt idx="426">
                  <c:v>-73.9296</c:v>
                </c:pt>
                <c:pt idx="427">
                  <c:v>-73.903</c:v>
                </c:pt>
              </c:numCache>
            </c:numRef>
          </c:xVal>
          <c:yVal>
            <c:numRef>
              <c:f>Sheet1!$B$2:$B$429</c:f>
              <c:numCache>
                <c:formatCode>General</c:formatCode>
                <c:ptCount val="428"/>
                <c:pt idx="0">
                  <c:v>40.6946</c:v>
                </c:pt>
                <c:pt idx="1">
                  <c:v>40.7683</c:v>
                </c:pt>
                <c:pt idx="2">
                  <c:v>40.7195</c:v>
                </c:pt>
                <c:pt idx="3">
                  <c:v>40.5954</c:v>
                </c:pt>
                <c:pt idx="4">
                  <c:v>40.8485</c:v>
                </c:pt>
                <c:pt idx="5">
                  <c:v>40.6551</c:v>
                </c:pt>
                <c:pt idx="6">
                  <c:v>40.7477</c:v>
                </c:pt>
                <c:pt idx="7">
                  <c:v>40.7703</c:v>
                </c:pt>
                <c:pt idx="8">
                  <c:v>40.6654</c:v>
                </c:pt>
                <c:pt idx="9">
                  <c:v>40.7028</c:v>
                </c:pt>
                <c:pt idx="10">
                  <c:v>40.7217</c:v>
                </c:pt>
                <c:pt idx="11">
                  <c:v>40.6748</c:v>
                </c:pt>
                <c:pt idx="12">
                  <c:v>40.7523</c:v>
                </c:pt>
                <c:pt idx="13">
                  <c:v>40.8678</c:v>
                </c:pt>
                <c:pt idx="14">
                  <c:v>40.8403</c:v>
                </c:pt>
                <c:pt idx="15">
                  <c:v>40.7382</c:v>
                </c:pt>
                <c:pt idx="16">
                  <c:v>40.6019</c:v>
                </c:pt>
                <c:pt idx="17">
                  <c:v>40.7839</c:v>
                </c:pt>
                <c:pt idx="18">
                  <c:v>40.8248</c:v>
                </c:pt>
                <c:pt idx="19">
                  <c:v>40.6261</c:v>
                </c:pt>
                <c:pt idx="20">
                  <c:v>40.6046</c:v>
                </c:pt>
                <c:pt idx="21">
                  <c:v>40.6001</c:v>
                </c:pt>
                <c:pt idx="22">
                  <c:v>40.581</c:v>
                </c:pt>
                <c:pt idx="23">
                  <c:v>40.7529</c:v>
                </c:pt>
                <c:pt idx="24">
                  <c:v>40.6799</c:v>
                </c:pt>
                <c:pt idx="25">
                  <c:v>40.7627</c:v>
                </c:pt>
                <c:pt idx="26">
                  <c:v>40.7814</c:v>
                </c:pt>
                <c:pt idx="27">
                  <c:v>40.6351</c:v>
                </c:pt>
                <c:pt idx="28">
                  <c:v>40.7186</c:v>
                </c:pt>
                <c:pt idx="29">
                  <c:v>40.6736</c:v>
                </c:pt>
                <c:pt idx="30">
                  <c:v>40.6899</c:v>
                </c:pt>
                <c:pt idx="31">
                  <c:v>40.6369</c:v>
                </c:pt>
                <c:pt idx="32">
                  <c:v>40.6752</c:v>
                </c:pt>
                <c:pt idx="33">
                  <c:v>40.821</c:v>
                </c:pt>
                <c:pt idx="34">
                  <c:v>40.7575</c:v>
                </c:pt>
                <c:pt idx="35">
                  <c:v>40.714</c:v>
                </c:pt>
                <c:pt idx="36">
                  <c:v>40.8076</c:v>
                </c:pt>
                <c:pt idx="37">
                  <c:v>40.7591</c:v>
                </c:pt>
                <c:pt idx="38">
                  <c:v>40.7472</c:v>
                </c:pt>
                <c:pt idx="39">
                  <c:v>40.7265</c:v>
                </c:pt>
                <c:pt idx="40">
                  <c:v>40.6979</c:v>
                </c:pt>
                <c:pt idx="41">
                  <c:v>40.752</c:v>
                </c:pt>
                <c:pt idx="42">
                  <c:v>40.8468</c:v>
                </c:pt>
                <c:pt idx="43">
                  <c:v>40.7076</c:v>
                </c:pt>
                <c:pt idx="44">
                  <c:v>40.7491</c:v>
                </c:pt>
                <c:pt idx="45">
                  <c:v>40.644</c:v>
                </c:pt>
                <c:pt idx="46">
                  <c:v>40.8355</c:v>
                </c:pt>
                <c:pt idx="47">
                  <c:v>40.6463</c:v>
                </c:pt>
                <c:pt idx="48">
                  <c:v>40.8789</c:v>
                </c:pt>
                <c:pt idx="49">
                  <c:v>40.8006</c:v>
                </c:pt>
                <c:pt idx="50">
                  <c:v>40.6814</c:v>
                </c:pt>
                <c:pt idx="51">
                  <c:v>40.64</c:v>
                </c:pt>
                <c:pt idx="52">
                  <c:v>40.6587</c:v>
                </c:pt>
                <c:pt idx="53">
                  <c:v>40.6314</c:v>
                </c:pt>
                <c:pt idx="54">
                  <c:v>40.7146</c:v>
                </c:pt>
                <c:pt idx="55">
                  <c:v>40.8504</c:v>
                </c:pt>
                <c:pt idx="56">
                  <c:v>40.7084</c:v>
                </c:pt>
                <c:pt idx="57">
                  <c:v>40.8121</c:v>
                </c:pt>
                <c:pt idx="58">
                  <c:v>40.7005</c:v>
                </c:pt>
                <c:pt idx="59">
                  <c:v>40.8407</c:v>
                </c:pt>
                <c:pt idx="60">
                  <c:v>40.6974</c:v>
                </c:pt>
                <c:pt idx="61">
                  <c:v>40.7061</c:v>
                </c:pt>
                <c:pt idx="62">
                  <c:v>40.888</c:v>
                </c:pt>
                <c:pt idx="63">
                  <c:v>40.588</c:v>
                </c:pt>
                <c:pt idx="64">
                  <c:v>40.6694</c:v>
                </c:pt>
                <c:pt idx="65">
                  <c:v>40.741</c:v>
                </c:pt>
                <c:pt idx="66">
                  <c:v>40.644</c:v>
                </c:pt>
                <c:pt idx="67">
                  <c:v>40.5832</c:v>
                </c:pt>
                <c:pt idx="68">
                  <c:v>40.7334</c:v>
                </c:pt>
                <c:pt idx="69">
                  <c:v>40.7119</c:v>
                </c:pt>
                <c:pt idx="70">
                  <c:v>40.6888</c:v>
                </c:pt>
                <c:pt idx="71">
                  <c:v>40.8517</c:v>
                </c:pt>
                <c:pt idx="72">
                  <c:v>40.8054</c:v>
                </c:pt>
                <c:pt idx="73">
                  <c:v>40.5924</c:v>
                </c:pt>
                <c:pt idx="74">
                  <c:v>40.7613</c:v>
                </c:pt>
                <c:pt idx="75">
                  <c:v>40.7283</c:v>
                </c:pt>
                <c:pt idx="76">
                  <c:v>40.8179</c:v>
                </c:pt>
                <c:pt idx="77">
                  <c:v>40.8087</c:v>
                </c:pt>
                <c:pt idx="78">
                  <c:v>40.7756</c:v>
                </c:pt>
                <c:pt idx="79">
                  <c:v>40.8343</c:v>
                </c:pt>
                <c:pt idx="80">
                  <c:v>40.859</c:v>
                </c:pt>
                <c:pt idx="81">
                  <c:v>40.7105</c:v>
                </c:pt>
                <c:pt idx="82">
                  <c:v>40.7463</c:v>
                </c:pt>
                <c:pt idx="83">
                  <c:v>40.7629</c:v>
                </c:pt>
                <c:pt idx="84">
                  <c:v>40.7173</c:v>
                </c:pt>
                <c:pt idx="85">
                  <c:v>40.6227</c:v>
                </c:pt>
                <c:pt idx="86">
                  <c:v>40.6506</c:v>
                </c:pt>
                <c:pt idx="87">
                  <c:v>40.7132</c:v>
                </c:pt>
                <c:pt idx="88">
                  <c:v>40.7048</c:v>
                </c:pt>
                <c:pt idx="89">
                  <c:v>40.7438</c:v>
                </c:pt>
                <c:pt idx="90">
                  <c:v>40.8051</c:v>
                </c:pt>
                <c:pt idx="91">
                  <c:v>40.6647</c:v>
                </c:pt>
                <c:pt idx="92">
                  <c:v>40.8222</c:v>
                </c:pt>
                <c:pt idx="93">
                  <c:v>40.867</c:v>
                </c:pt>
                <c:pt idx="94">
                  <c:v>40.8399</c:v>
                </c:pt>
                <c:pt idx="95">
                  <c:v>40.7688</c:v>
                </c:pt>
                <c:pt idx="96">
                  <c:v>40.8552</c:v>
                </c:pt>
                <c:pt idx="97">
                  <c:v>40.7183</c:v>
                </c:pt>
                <c:pt idx="98">
                  <c:v>40.6625</c:v>
                </c:pt>
                <c:pt idx="99">
                  <c:v>40.7886</c:v>
                </c:pt>
                <c:pt idx="100">
                  <c:v>40.7114</c:v>
                </c:pt>
                <c:pt idx="101">
                  <c:v>40.8041</c:v>
                </c:pt>
                <c:pt idx="102">
                  <c:v>40.8605</c:v>
                </c:pt>
                <c:pt idx="103">
                  <c:v>40.7477</c:v>
                </c:pt>
                <c:pt idx="104">
                  <c:v>40.7646</c:v>
                </c:pt>
                <c:pt idx="105">
                  <c:v>40.5869</c:v>
                </c:pt>
                <c:pt idx="106">
                  <c:v>40.6118</c:v>
                </c:pt>
                <c:pt idx="107">
                  <c:v>40.7144</c:v>
                </c:pt>
                <c:pt idx="108">
                  <c:v>40.6039</c:v>
                </c:pt>
                <c:pt idx="109">
                  <c:v>40.5977</c:v>
                </c:pt>
                <c:pt idx="110">
                  <c:v>40.677</c:v>
                </c:pt>
                <c:pt idx="111">
                  <c:v>40.8393</c:v>
                </c:pt>
                <c:pt idx="112">
                  <c:v>40.5952</c:v>
                </c:pt>
                <c:pt idx="113">
                  <c:v>40.775</c:v>
                </c:pt>
                <c:pt idx="114">
                  <c:v>40.7506</c:v>
                </c:pt>
                <c:pt idx="115">
                  <c:v>40.6788</c:v>
                </c:pt>
                <c:pt idx="116">
                  <c:v>40.6151</c:v>
                </c:pt>
                <c:pt idx="117">
                  <c:v>40.7126</c:v>
                </c:pt>
                <c:pt idx="118">
                  <c:v>40.8305</c:v>
                </c:pt>
                <c:pt idx="119">
                  <c:v>40.7431</c:v>
                </c:pt>
                <c:pt idx="120">
                  <c:v>40.7399</c:v>
                </c:pt>
                <c:pt idx="121">
                  <c:v>40.7223</c:v>
                </c:pt>
                <c:pt idx="122">
                  <c:v>40.7484</c:v>
                </c:pt>
                <c:pt idx="123">
                  <c:v>40.6924</c:v>
                </c:pt>
                <c:pt idx="124">
                  <c:v>40.7229</c:v>
                </c:pt>
                <c:pt idx="125">
                  <c:v>40.7857</c:v>
                </c:pt>
                <c:pt idx="126">
                  <c:v>40.6864</c:v>
                </c:pt>
                <c:pt idx="127">
                  <c:v>40.8286</c:v>
                </c:pt>
                <c:pt idx="128">
                  <c:v>40.6804</c:v>
                </c:pt>
                <c:pt idx="129">
                  <c:v>40.6708</c:v>
                </c:pt>
                <c:pt idx="130">
                  <c:v>40.886</c:v>
                </c:pt>
                <c:pt idx="131">
                  <c:v>40.6627</c:v>
                </c:pt>
                <c:pt idx="132">
                  <c:v>40.7044</c:v>
                </c:pt>
                <c:pt idx="133">
                  <c:v>40.6135</c:v>
                </c:pt>
                <c:pt idx="134">
                  <c:v>40.6176</c:v>
                </c:pt>
                <c:pt idx="135">
                  <c:v>40.7243</c:v>
                </c:pt>
                <c:pt idx="136">
                  <c:v>40.7529</c:v>
                </c:pt>
                <c:pt idx="137">
                  <c:v>40.7055</c:v>
                </c:pt>
                <c:pt idx="138">
                  <c:v>40.7572</c:v>
                </c:pt>
                <c:pt idx="139">
                  <c:v>40.6906</c:v>
                </c:pt>
                <c:pt idx="140">
                  <c:v>40.7596</c:v>
                </c:pt>
                <c:pt idx="141">
                  <c:v>40.6741</c:v>
                </c:pt>
                <c:pt idx="142">
                  <c:v>40.7004</c:v>
                </c:pt>
                <c:pt idx="143">
                  <c:v>40.8184</c:v>
                </c:pt>
                <c:pt idx="144">
                  <c:v>40.7303</c:v>
                </c:pt>
                <c:pt idx="145">
                  <c:v>40.8459</c:v>
                </c:pt>
                <c:pt idx="146">
                  <c:v>40.8338</c:v>
                </c:pt>
                <c:pt idx="147">
                  <c:v>40.7062</c:v>
                </c:pt>
                <c:pt idx="148">
                  <c:v>40.8142</c:v>
                </c:pt>
                <c:pt idx="149">
                  <c:v>40.8111</c:v>
                </c:pt>
                <c:pt idx="150">
                  <c:v>40.7331</c:v>
                </c:pt>
                <c:pt idx="151">
                  <c:v>40.731</c:v>
                </c:pt>
                <c:pt idx="152">
                  <c:v>40.7298</c:v>
                </c:pt>
                <c:pt idx="153">
                  <c:v>40.7069</c:v>
                </c:pt>
                <c:pt idx="154">
                  <c:v>40.7259</c:v>
                </c:pt>
                <c:pt idx="155">
                  <c:v>40.6933</c:v>
                </c:pt>
                <c:pt idx="156">
                  <c:v>40.7038</c:v>
                </c:pt>
                <c:pt idx="157">
                  <c:v>40.6829</c:v>
                </c:pt>
                <c:pt idx="158">
                  <c:v>40.6913</c:v>
                </c:pt>
                <c:pt idx="159">
                  <c:v>40.749</c:v>
                </c:pt>
                <c:pt idx="160">
                  <c:v>40.6451</c:v>
                </c:pt>
                <c:pt idx="161">
                  <c:v>40.7072</c:v>
                </c:pt>
                <c:pt idx="162">
                  <c:v>40.7005</c:v>
                </c:pt>
                <c:pt idx="163">
                  <c:v>40.7003</c:v>
                </c:pt>
                <c:pt idx="164">
                  <c:v>40.6694</c:v>
                </c:pt>
                <c:pt idx="165">
                  <c:v>40.686</c:v>
                </c:pt>
                <c:pt idx="166">
                  <c:v>40.6721</c:v>
                </c:pt>
                <c:pt idx="167">
                  <c:v>40.7234</c:v>
                </c:pt>
                <c:pt idx="168">
                  <c:v>40.834</c:v>
                </c:pt>
                <c:pt idx="169">
                  <c:v>40.6753</c:v>
                </c:pt>
                <c:pt idx="170">
                  <c:v>40.8778</c:v>
                </c:pt>
                <c:pt idx="171">
                  <c:v>40.6783</c:v>
                </c:pt>
                <c:pt idx="172">
                  <c:v>40.6351</c:v>
                </c:pt>
                <c:pt idx="173">
                  <c:v>40.7648</c:v>
                </c:pt>
                <c:pt idx="174">
                  <c:v>40.7736</c:v>
                </c:pt>
                <c:pt idx="175">
                  <c:v>40.7431</c:v>
                </c:pt>
                <c:pt idx="176">
                  <c:v>40.7092</c:v>
                </c:pt>
                <c:pt idx="177">
                  <c:v>40.5888</c:v>
                </c:pt>
                <c:pt idx="178">
                  <c:v>40.6409</c:v>
                </c:pt>
                <c:pt idx="179">
                  <c:v>40.6032</c:v>
                </c:pt>
                <c:pt idx="180">
                  <c:v>40.6803</c:v>
                </c:pt>
                <c:pt idx="181">
                  <c:v>40.7618</c:v>
                </c:pt>
                <c:pt idx="182">
                  <c:v>40.6987</c:v>
                </c:pt>
                <c:pt idx="183">
                  <c:v>40.7542</c:v>
                </c:pt>
                <c:pt idx="184">
                  <c:v>40.8839</c:v>
                </c:pt>
                <c:pt idx="185">
                  <c:v>40.7497</c:v>
                </c:pt>
                <c:pt idx="186">
                  <c:v>40.7843</c:v>
                </c:pt>
                <c:pt idx="187">
                  <c:v>40.7323</c:v>
                </c:pt>
                <c:pt idx="188">
                  <c:v>40.8495</c:v>
                </c:pt>
                <c:pt idx="189">
                  <c:v>40.8401</c:v>
                </c:pt>
                <c:pt idx="190">
                  <c:v>40.6975</c:v>
                </c:pt>
                <c:pt idx="191">
                  <c:v>40.8797</c:v>
                </c:pt>
                <c:pt idx="192">
                  <c:v>40.83</c:v>
                </c:pt>
                <c:pt idx="193">
                  <c:v>40.8365</c:v>
                </c:pt>
                <c:pt idx="194">
                  <c:v>40.7422</c:v>
                </c:pt>
                <c:pt idx="195">
                  <c:v>40.6208</c:v>
                </c:pt>
                <c:pt idx="196">
                  <c:v>40.6843</c:v>
                </c:pt>
                <c:pt idx="197">
                  <c:v>40.6361</c:v>
                </c:pt>
                <c:pt idx="198">
                  <c:v>40.8105</c:v>
                </c:pt>
                <c:pt idx="199">
                  <c:v>40.804</c:v>
                </c:pt>
                <c:pt idx="200">
                  <c:v>40.8301</c:v>
                </c:pt>
                <c:pt idx="201">
                  <c:v>40.822</c:v>
                </c:pt>
                <c:pt idx="202">
                  <c:v>40.8161</c:v>
                </c:pt>
                <c:pt idx="203">
                  <c:v>40.6196</c:v>
                </c:pt>
                <c:pt idx="204">
                  <c:v>40.8156</c:v>
                </c:pt>
                <c:pt idx="205">
                  <c:v>40.6508</c:v>
                </c:pt>
                <c:pt idx="206">
                  <c:v>40.6615</c:v>
                </c:pt>
                <c:pt idx="207">
                  <c:v>40.8241</c:v>
                </c:pt>
                <c:pt idx="208">
                  <c:v>40.7328</c:v>
                </c:pt>
                <c:pt idx="209">
                  <c:v>40.6745</c:v>
                </c:pt>
                <c:pt idx="210">
                  <c:v>40.6654</c:v>
                </c:pt>
                <c:pt idx="211">
                  <c:v>40.8655</c:v>
                </c:pt>
                <c:pt idx="212">
                  <c:v>40.7014</c:v>
                </c:pt>
                <c:pt idx="213">
                  <c:v>40.7546</c:v>
                </c:pt>
                <c:pt idx="214">
                  <c:v>40.5909</c:v>
                </c:pt>
                <c:pt idx="215">
                  <c:v>40.6293</c:v>
                </c:pt>
                <c:pt idx="216">
                  <c:v>40.6297</c:v>
                </c:pt>
                <c:pt idx="217">
                  <c:v>40.7065</c:v>
                </c:pt>
                <c:pt idx="218">
                  <c:v>40.6804</c:v>
                </c:pt>
                <c:pt idx="219">
                  <c:v>40.6808</c:v>
                </c:pt>
                <c:pt idx="220">
                  <c:v>40.7314</c:v>
                </c:pt>
                <c:pt idx="221">
                  <c:v>40.6207</c:v>
                </c:pt>
                <c:pt idx="222">
                  <c:v>40.6087</c:v>
                </c:pt>
                <c:pt idx="223">
                  <c:v>40.7961</c:v>
                </c:pt>
                <c:pt idx="224">
                  <c:v>40.8535</c:v>
                </c:pt>
                <c:pt idx="225">
                  <c:v>40.7994</c:v>
                </c:pt>
                <c:pt idx="226">
                  <c:v>40.6679</c:v>
                </c:pt>
                <c:pt idx="227">
                  <c:v>40.7075</c:v>
                </c:pt>
                <c:pt idx="228">
                  <c:v>40.9031</c:v>
                </c:pt>
                <c:pt idx="229">
                  <c:v>40.6783</c:v>
                </c:pt>
                <c:pt idx="230">
                  <c:v>40.6885</c:v>
                </c:pt>
                <c:pt idx="231">
                  <c:v>40.6952</c:v>
                </c:pt>
                <c:pt idx="232">
                  <c:v>40.795</c:v>
                </c:pt>
                <c:pt idx="233">
                  <c:v>40.7193</c:v>
                </c:pt>
                <c:pt idx="234">
                  <c:v>40.6871</c:v>
                </c:pt>
                <c:pt idx="235">
                  <c:v>40.8628</c:v>
                </c:pt>
                <c:pt idx="236">
                  <c:v>40.8419</c:v>
                </c:pt>
                <c:pt idx="237">
                  <c:v>40.7563</c:v>
                </c:pt>
                <c:pt idx="238">
                  <c:v>40.7681</c:v>
                </c:pt>
                <c:pt idx="239">
                  <c:v>40.8561</c:v>
                </c:pt>
                <c:pt idx="240">
                  <c:v>40.8161</c:v>
                </c:pt>
                <c:pt idx="241">
                  <c:v>40.5853</c:v>
                </c:pt>
                <c:pt idx="242">
                  <c:v>40.7499</c:v>
                </c:pt>
                <c:pt idx="243">
                  <c:v>40.5929</c:v>
                </c:pt>
                <c:pt idx="244">
                  <c:v>40.7076</c:v>
                </c:pt>
                <c:pt idx="245">
                  <c:v>40.6794</c:v>
                </c:pt>
                <c:pt idx="246">
                  <c:v>40.5927</c:v>
                </c:pt>
                <c:pt idx="247">
                  <c:v>40.8932</c:v>
                </c:pt>
                <c:pt idx="248">
                  <c:v>40.7573</c:v>
                </c:pt>
                <c:pt idx="249">
                  <c:v>40.8444</c:v>
                </c:pt>
                <c:pt idx="250">
                  <c:v>40.6605</c:v>
                </c:pt>
                <c:pt idx="251">
                  <c:v>40.625</c:v>
                </c:pt>
                <c:pt idx="252">
                  <c:v>40.7426</c:v>
                </c:pt>
                <c:pt idx="253">
                  <c:v>40.8847</c:v>
                </c:pt>
                <c:pt idx="254">
                  <c:v>40.8646</c:v>
                </c:pt>
                <c:pt idx="255">
                  <c:v>40.6881</c:v>
                </c:pt>
                <c:pt idx="256">
                  <c:v>40.8265</c:v>
                </c:pt>
                <c:pt idx="257">
                  <c:v>40.6794</c:v>
                </c:pt>
                <c:pt idx="258">
                  <c:v>40.664</c:v>
                </c:pt>
                <c:pt idx="259">
                  <c:v>40.6956</c:v>
                </c:pt>
                <c:pt idx="260">
                  <c:v>40.6646</c:v>
                </c:pt>
                <c:pt idx="261">
                  <c:v>40.6682</c:v>
                </c:pt>
                <c:pt idx="262">
                  <c:v>40.6505</c:v>
                </c:pt>
                <c:pt idx="263">
                  <c:v>40.6923</c:v>
                </c:pt>
                <c:pt idx="264">
                  <c:v>40.7504</c:v>
                </c:pt>
                <c:pt idx="265">
                  <c:v>40.5961</c:v>
                </c:pt>
                <c:pt idx="266">
                  <c:v>40.7429</c:v>
                </c:pt>
                <c:pt idx="267">
                  <c:v>40.7785</c:v>
                </c:pt>
                <c:pt idx="268">
                  <c:v>40.6799</c:v>
                </c:pt>
                <c:pt idx="269">
                  <c:v>40.6437</c:v>
                </c:pt>
                <c:pt idx="270">
                  <c:v>40.7497</c:v>
                </c:pt>
                <c:pt idx="271">
                  <c:v>40.828</c:v>
                </c:pt>
                <c:pt idx="272">
                  <c:v>40.6363</c:v>
                </c:pt>
                <c:pt idx="273">
                  <c:v>40.604</c:v>
                </c:pt>
                <c:pt idx="274">
                  <c:v>40.8021</c:v>
                </c:pt>
                <c:pt idx="275">
                  <c:v>40.8892</c:v>
                </c:pt>
                <c:pt idx="276">
                  <c:v>40.8488</c:v>
                </c:pt>
                <c:pt idx="277">
                  <c:v>40.6727</c:v>
                </c:pt>
                <c:pt idx="278">
                  <c:v>40.6489</c:v>
                </c:pt>
                <c:pt idx="279">
                  <c:v>40.7587</c:v>
                </c:pt>
                <c:pt idx="280">
                  <c:v>40.7408</c:v>
                </c:pt>
                <c:pt idx="281">
                  <c:v>40.7155</c:v>
                </c:pt>
                <c:pt idx="282">
                  <c:v>40.5763</c:v>
                </c:pt>
                <c:pt idx="283">
                  <c:v>40.7455</c:v>
                </c:pt>
                <c:pt idx="284">
                  <c:v>40.7517</c:v>
                </c:pt>
                <c:pt idx="285">
                  <c:v>40.6166</c:v>
                </c:pt>
                <c:pt idx="286">
                  <c:v>40.6604</c:v>
                </c:pt>
                <c:pt idx="287">
                  <c:v>40.6972</c:v>
                </c:pt>
                <c:pt idx="288">
                  <c:v>40.8681</c:v>
                </c:pt>
                <c:pt idx="289">
                  <c:v>40.8295</c:v>
                </c:pt>
                <c:pt idx="290">
                  <c:v>40.6993</c:v>
                </c:pt>
                <c:pt idx="291">
                  <c:v>40.6314</c:v>
                </c:pt>
                <c:pt idx="292">
                  <c:v>40.5774</c:v>
                </c:pt>
                <c:pt idx="293">
                  <c:v>40.635</c:v>
                </c:pt>
                <c:pt idx="294">
                  <c:v>40.7986</c:v>
                </c:pt>
                <c:pt idx="295">
                  <c:v>40.7991</c:v>
                </c:pt>
                <c:pt idx="296">
                  <c:v>40.6707</c:v>
                </c:pt>
                <c:pt idx="297">
                  <c:v>40.8332</c:v>
                </c:pt>
                <c:pt idx="298">
                  <c:v>40.8474</c:v>
                </c:pt>
                <c:pt idx="299">
                  <c:v>40.8732</c:v>
                </c:pt>
                <c:pt idx="300">
                  <c:v>40.6814</c:v>
                </c:pt>
                <c:pt idx="301">
                  <c:v>40.7425</c:v>
                </c:pt>
                <c:pt idx="302">
                  <c:v>40.8078</c:v>
                </c:pt>
                <c:pt idx="303">
                  <c:v>40.7906</c:v>
                </c:pt>
                <c:pt idx="304">
                  <c:v>40.7357</c:v>
                </c:pt>
                <c:pt idx="305">
                  <c:v>40.7413</c:v>
                </c:pt>
                <c:pt idx="306">
                  <c:v>40.6998</c:v>
                </c:pt>
                <c:pt idx="307">
                  <c:v>40.6089</c:v>
                </c:pt>
                <c:pt idx="308">
                  <c:v>40.8714</c:v>
                </c:pt>
                <c:pt idx="309">
                  <c:v>40.7068</c:v>
                </c:pt>
                <c:pt idx="310">
                  <c:v>40.8265</c:v>
                </c:pt>
                <c:pt idx="311">
                  <c:v>40.8132</c:v>
                </c:pt>
                <c:pt idx="312">
                  <c:v>40.6817</c:v>
                </c:pt>
                <c:pt idx="313">
                  <c:v>40.7133</c:v>
                </c:pt>
                <c:pt idx="314">
                  <c:v>40.7602</c:v>
                </c:pt>
                <c:pt idx="315">
                  <c:v>40.7262</c:v>
                </c:pt>
                <c:pt idx="316">
                  <c:v>40.8984</c:v>
                </c:pt>
                <c:pt idx="317">
                  <c:v>40.5761</c:v>
                </c:pt>
                <c:pt idx="318">
                  <c:v>40.7468</c:v>
                </c:pt>
                <c:pt idx="319">
                  <c:v>40.7939</c:v>
                </c:pt>
                <c:pt idx="320">
                  <c:v>40.8694</c:v>
                </c:pt>
                <c:pt idx="321">
                  <c:v>40.6467</c:v>
                </c:pt>
                <c:pt idx="322">
                  <c:v>40.8584</c:v>
                </c:pt>
                <c:pt idx="323">
                  <c:v>40.7441</c:v>
                </c:pt>
                <c:pt idx="324">
                  <c:v>40.8544</c:v>
                </c:pt>
                <c:pt idx="325">
                  <c:v>40.6616</c:v>
                </c:pt>
                <c:pt idx="326">
                  <c:v>40.6832</c:v>
                </c:pt>
                <c:pt idx="327">
                  <c:v>40.7066</c:v>
                </c:pt>
                <c:pt idx="328">
                  <c:v>40.6889</c:v>
                </c:pt>
                <c:pt idx="329">
                  <c:v>40.6663</c:v>
                </c:pt>
                <c:pt idx="330">
                  <c:v>40.7077</c:v>
                </c:pt>
                <c:pt idx="331">
                  <c:v>40.7859</c:v>
                </c:pt>
                <c:pt idx="332">
                  <c:v>40.8695</c:v>
                </c:pt>
                <c:pt idx="333">
                  <c:v>40.8239</c:v>
                </c:pt>
                <c:pt idx="334">
                  <c:v>40.764</c:v>
                </c:pt>
                <c:pt idx="335">
                  <c:v>40.6698</c:v>
                </c:pt>
                <c:pt idx="336">
                  <c:v>40.6882</c:v>
                </c:pt>
                <c:pt idx="337">
                  <c:v>40.8077</c:v>
                </c:pt>
                <c:pt idx="338">
                  <c:v>40.6861</c:v>
                </c:pt>
                <c:pt idx="339">
                  <c:v>40.8572</c:v>
                </c:pt>
                <c:pt idx="340">
                  <c:v>40.7647</c:v>
                </c:pt>
                <c:pt idx="341">
                  <c:v>40.677</c:v>
                </c:pt>
                <c:pt idx="342">
                  <c:v>40.6604</c:v>
                </c:pt>
                <c:pt idx="343">
                  <c:v>40.7137</c:v>
                </c:pt>
                <c:pt idx="344">
                  <c:v>40.7246</c:v>
                </c:pt>
                <c:pt idx="345">
                  <c:v>40.6451</c:v>
                </c:pt>
                <c:pt idx="346">
                  <c:v>40.7103</c:v>
                </c:pt>
                <c:pt idx="347">
                  <c:v>40.8613</c:v>
                </c:pt>
                <c:pt idx="348">
                  <c:v>40.677</c:v>
                </c:pt>
                <c:pt idx="349">
                  <c:v>40.8883</c:v>
                </c:pt>
                <c:pt idx="350">
                  <c:v>40.8655</c:v>
                </c:pt>
                <c:pt idx="351">
                  <c:v>40.8734</c:v>
                </c:pt>
                <c:pt idx="352">
                  <c:v>40.7203</c:v>
                </c:pt>
                <c:pt idx="353">
                  <c:v>40.6896</c:v>
                </c:pt>
                <c:pt idx="354">
                  <c:v>40.7022</c:v>
                </c:pt>
                <c:pt idx="355">
                  <c:v>40.7617</c:v>
                </c:pt>
                <c:pt idx="356">
                  <c:v>40.7599</c:v>
                </c:pt>
                <c:pt idx="357">
                  <c:v>40.6773</c:v>
                </c:pt>
                <c:pt idx="358">
                  <c:v>40.6253</c:v>
                </c:pt>
                <c:pt idx="359">
                  <c:v>40.6328</c:v>
                </c:pt>
                <c:pt idx="360">
                  <c:v>40.703</c:v>
                </c:pt>
                <c:pt idx="361">
                  <c:v>40.6635</c:v>
                </c:pt>
                <c:pt idx="362">
                  <c:v>40.7062</c:v>
                </c:pt>
                <c:pt idx="363">
                  <c:v>40.7208</c:v>
                </c:pt>
                <c:pt idx="364">
                  <c:v>40.8787</c:v>
                </c:pt>
                <c:pt idx="365">
                  <c:v>40.7459</c:v>
                </c:pt>
                <c:pt idx="366">
                  <c:v>40.737</c:v>
                </c:pt>
                <c:pt idx="367">
                  <c:v>40.7301</c:v>
                </c:pt>
                <c:pt idx="368">
                  <c:v>40.5896</c:v>
                </c:pt>
                <c:pt idx="369">
                  <c:v>40.678</c:v>
                </c:pt>
                <c:pt idx="370">
                  <c:v>40.5809</c:v>
                </c:pt>
                <c:pt idx="371">
                  <c:v>40.7183</c:v>
                </c:pt>
                <c:pt idx="372">
                  <c:v>40.6861</c:v>
                </c:pt>
                <c:pt idx="373">
                  <c:v>40.6896</c:v>
                </c:pt>
                <c:pt idx="374">
                  <c:v>40.5975</c:v>
                </c:pt>
                <c:pt idx="375">
                  <c:v>40.608</c:v>
                </c:pt>
                <c:pt idx="376">
                  <c:v>40.7779</c:v>
                </c:pt>
                <c:pt idx="377">
                  <c:v>40.6662</c:v>
                </c:pt>
                <c:pt idx="378">
                  <c:v>40.6833</c:v>
                </c:pt>
                <c:pt idx="379">
                  <c:v>40.5993</c:v>
                </c:pt>
                <c:pt idx="380">
                  <c:v>40.7441</c:v>
                </c:pt>
                <c:pt idx="381">
                  <c:v>40.836</c:v>
                </c:pt>
                <c:pt idx="382">
                  <c:v>40.859</c:v>
                </c:pt>
                <c:pt idx="383">
                  <c:v>40.7916</c:v>
                </c:pt>
                <c:pt idx="384">
                  <c:v>40.6298</c:v>
                </c:pt>
                <c:pt idx="385">
                  <c:v>40.6844</c:v>
                </c:pt>
                <c:pt idx="386">
                  <c:v>40.7118</c:v>
                </c:pt>
                <c:pt idx="387">
                  <c:v>40.6414</c:v>
                </c:pt>
                <c:pt idx="388">
                  <c:v>40.6754</c:v>
                </c:pt>
                <c:pt idx="389">
                  <c:v>40.8746</c:v>
                </c:pt>
                <c:pt idx="390">
                  <c:v>40.8748</c:v>
                </c:pt>
                <c:pt idx="391">
                  <c:v>40.6084</c:v>
                </c:pt>
                <c:pt idx="392">
                  <c:v>40.8525</c:v>
                </c:pt>
                <c:pt idx="393">
                  <c:v>40.8439</c:v>
                </c:pt>
                <c:pt idx="394">
                  <c:v>40.6934</c:v>
                </c:pt>
                <c:pt idx="395">
                  <c:v>40.6174</c:v>
                </c:pt>
                <c:pt idx="396">
                  <c:v>40.8373</c:v>
                </c:pt>
                <c:pt idx="397">
                  <c:v>40.6689</c:v>
                </c:pt>
                <c:pt idx="398">
                  <c:v>40.6828</c:v>
                </c:pt>
                <c:pt idx="399">
                  <c:v>40.6553</c:v>
                </c:pt>
                <c:pt idx="400">
                  <c:v>40.672</c:v>
                </c:pt>
                <c:pt idx="401">
                  <c:v>40.7569</c:v>
                </c:pt>
                <c:pt idx="402">
                  <c:v>40.6798</c:v>
                </c:pt>
                <c:pt idx="403">
                  <c:v>40.6905</c:v>
                </c:pt>
                <c:pt idx="404">
                  <c:v>40.6566</c:v>
                </c:pt>
                <c:pt idx="405">
                  <c:v>40.7668</c:v>
                </c:pt>
                <c:pt idx="406">
                  <c:v>40.7026</c:v>
                </c:pt>
                <c:pt idx="407">
                  <c:v>40.7442</c:v>
                </c:pt>
                <c:pt idx="408">
                  <c:v>40.6508</c:v>
                </c:pt>
                <c:pt idx="409">
                  <c:v>40.7795</c:v>
                </c:pt>
                <c:pt idx="410">
                  <c:v>40.7446</c:v>
                </c:pt>
                <c:pt idx="411">
                  <c:v>40.8196</c:v>
                </c:pt>
                <c:pt idx="412">
                  <c:v>40.5776</c:v>
                </c:pt>
                <c:pt idx="413">
                  <c:v>40.8204</c:v>
                </c:pt>
                <c:pt idx="414">
                  <c:v>40.6409</c:v>
                </c:pt>
                <c:pt idx="415">
                  <c:v>40.7559</c:v>
                </c:pt>
                <c:pt idx="416">
                  <c:v>40.7518</c:v>
                </c:pt>
                <c:pt idx="417">
                  <c:v>40.7039</c:v>
                </c:pt>
                <c:pt idx="418">
                  <c:v>40.714</c:v>
                </c:pt>
                <c:pt idx="419">
                  <c:v>40.7461</c:v>
                </c:pt>
                <c:pt idx="420">
                  <c:v>40.8165</c:v>
                </c:pt>
                <c:pt idx="421">
                  <c:v>40.7625</c:v>
                </c:pt>
                <c:pt idx="422">
                  <c:v>40.7734</c:v>
                </c:pt>
                <c:pt idx="423">
                  <c:v>40.7542</c:v>
                </c:pt>
                <c:pt idx="424">
                  <c:v>40.6939</c:v>
                </c:pt>
                <c:pt idx="425">
                  <c:v>40.8315</c:v>
                </c:pt>
                <c:pt idx="426">
                  <c:v>40.7568</c:v>
                </c:pt>
                <c:pt idx="427">
                  <c:v>40.7456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-73.72"/>
          <c:min val="-74.06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40.92"/>
          <c:min val="40.5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141B34"/>
        </a:solidFill>
        <a:ln w="12700" cap="flat">
          <a:solidFill>
            <a:srgbClr val="141B34"/>
          </a:solidFill>
        </a:ln>
        <a:effectLst/>
      </c:spPr>
    </c:plotArea>
    <c:plotVisOnly val="1"/>
    <c:dispBlanksAs val="span"/>
    <c:showDLblsOverMax val="1"/>
  </c:chart>
  <c:spPr>
    <a:solidFill>
      <a:srgbClr val="141B3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portfolio: project forecasting permintaan penumpang per jam per stasiun. Titik-titik di kanan adalah 428 stasiun asli yang diplot dari koordinat dataset — membentuk jaringan MTA New York.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masalah dari sisi operasional, bukan sekadar 'bikin model'. Tiga tujuan konkret yang jadi ukuran keberhasilan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 pembeda: scope diturunkan dari profiling data nyata. Saya juga menemukan data mislabel dan perbedaan skema kolom dari dokumentasi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modular: 8 tahap, tiap tahap satu script yang bisa dijalankan independen. Sudah diuji reproducible — output identik saat dijalankan ulang dari CSV mentah.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masalah nyata yang harus diselesaikan, bukan cleaning template. Setiap keputusan punya alasan yang ditulis di docstring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puncak commuter yang jelas (pagi &amp; sore) dan gap weekday/weekend yang besar. Pola inilah yang nanti terbukti jadi sinyal terkuat di feature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 adalah kesalahan paling umum di forecasting time-series. Saya tangani eksplisit di dua titik dan verifikasi lag secara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time-based itu standar. Yang membedakan: saya cek isi window-nya dan menemukan batas jatuh di periode libur Natal, lalu menggesernya dengan alasan eksplisit.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Tuning dengan budget sadar (18 trial), semuanya ter-track di MLflow. Saya juga menemukan dan memperbaiki bug n_estimators yang akan menyebabkan overfit di training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utama. LightGBM tuned menang telak: 40,7% lebih baik dari naif dan 22,9% dari model default. Rolling average sengaja tidak diplot karena skalanya jauh lebih besar.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importance mengonfirmasi temuan EDA: ritme mingguan dan harian adalah prediktor utama. Menariknya fitur kategorikal stasiun justru kecil kontribusinya.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sudah diuji untuk stasiun tersibuk maupun paling sepi, keduanya render tanpa error. Peta memakai Plotly scatter_mapbox dengan tile open-street-map, tanpa perlu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tiga kemampuan utama yang ditunjukkan project ini, plus arah pengembangan berikutnya yang realistis. Repo publik tersedia untuk direview.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— DATA SCIENCE /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Passenger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28803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jumlah penumpang per stasiun per jam untuk 428 stasiun transit massal MTA New York — dari 51 juta baris data mentah sampai dashboard operasional.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793699" cy="329184"/>
          </a:xfrm>
          <a:prstGeom prst="roundRect">
            <a:avLst>
              <a:gd name="adj" fmla="val 50000"/>
            </a:avLst>
          </a:prstGeom>
          <a:solidFill>
            <a:srgbClr val="232C50"/>
          </a:solidFill>
          <a:ln w="12700">
            <a:solidFill>
              <a:srgbClr val="3A45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931920"/>
            <a:ext cx="7936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88643" y="3931920"/>
            <a:ext cx="972922" cy="329184"/>
          </a:xfrm>
          <a:prstGeom prst="roundRect">
            <a:avLst>
              <a:gd name="adj" fmla="val 50000"/>
            </a:avLst>
          </a:prstGeom>
          <a:solidFill>
            <a:srgbClr val="232C50"/>
          </a:solidFill>
          <a:ln w="12700">
            <a:solidFill>
              <a:srgbClr val="3A45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8643" y="3931920"/>
            <a:ext cx="972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9581" y="3931920"/>
            <a:ext cx="793699" cy="329184"/>
          </a:xfrm>
          <a:prstGeom prst="roundRect">
            <a:avLst>
              <a:gd name="adj" fmla="val 50000"/>
            </a:avLst>
          </a:prstGeom>
          <a:solidFill>
            <a:srgbClr val="232C50"/>
          </a:solidFill>
          <a:ln w="12700">
            <a:solidFill>
              <a:srgbClr val="3A45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9581" y="3931920"/>
            <a:ext cx="7936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11296" y="3931920"/>
            <a:ext cx="793699" cy="329184"/>
          </a:xfrm>
          <a:prstGeom prst="roundRect">
            <a:avLst>
              <a:gd name="adj" fmla="val 50000"/>
            </a:avLst>
          </a:prstGeom>
          <a:solidFill>
            <a:srgbClr val="232C50"/>
          </a:solidFill>
          <a:ln w="12700">
            <a:solidFill>
              <a:srgbClr val="3A45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3931920"/>
            <a:ext cx="7936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3011" y="3931920"/>
            <a:ext cx="793699" cy="329184"/>
          </a:xfrm>
          <a:prstGeom prst="roundRect">
            <a:avLst>
              <a:gd name="adj" fmla="val 50000"/>
            </a:avLst>
          </a:prstGeom>
          <a:solidFill>
            <a:srgbClr val="232C50"/>
          </a:solidFill>
          <a:ln w="12700">
            <a:solidFill>
              <a:srgbClr val="3A45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3011" y="3931920"/>
            <a:ext cx="7936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54726" y="3931920"/>
            <a:ext cx="1062533" cy="329184"/>
          </a:xfrm>
          <a:prstGeom prst="roundRect">
            <a:avLst>
              <a:gd name="adj" fmla="val 50000"/>
            </a:avLst>
          </a:prstGeom>
          <a:solidFill>
            <a:srgbClr val="232C50"/>
          </a:solidFill>
          <a:ln w="12700">
            <a:solidFill>
              <a:srgbClr val="3A45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4726" y="3931920"/>
            <a:ext cx="10625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Subway Hourly Ridership  ·  Mei 2022 – Mei 2024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360920" y="1051560"/>
          <a:ext cx="4343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7360920" y="52578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 stasiun · subway, Staten Island Railway &amp; tram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&amp; TUJUAN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Kenapa ini penting?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029200" cy="3977640"/>
          </a:xfrm>
          <a:prstGeom prst="roundRect">
            <a:avLst>
              <a:gd name="adj" fmla="val 1839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Perencanaan operasional masih reaktif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343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transit perlu tahu KAPAN dan DI STASIUN MANA kepadatan akan tinggi — supaya alokasi armada, jadwal, dan petugas lapangan bisa disiapkan lebih dulu.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model prediktif, keputusan bersandar pada pola historis kasar atau intuisi, dan penumpukan baru ditangani setelah terjadi.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572768"/>
            <a:ext cx="567842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572768"/>
            <a:ext cx="567842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856232"/>
            <a:ext cx="402336" cy="40233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84848" y="1792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akurat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84848" y="21214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entries per stasiun per jam yang mengalahkan baseline naif secara terukur.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2962656"/>
            <a:ext cx="567842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962656"/>
            <a:ext cx="567842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3246120"/>
            <a:ext cx="402336" cy="40233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84848" y="3182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kepadatan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84848" y="351129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jam sibuk, weekday vs weekend, dan stasiun paling padat/volatil.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0" y="4352544"/>
            <a:ext cx="567842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4352544"/>
            <a:ext cx="5678424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4636008"/>
            <a:ext cx="402336" cy="40233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636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84848" y="4572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dipakai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84848" y="49011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interaktif agar tim non-teknis bisa eksplorasi sendiri.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data &amp; cakupan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516886" cy="1874520"/>
          </a:xfrm>
          <a:prstGeom prst="roundRect">
            <a:avLst>
              <a:gd name="adj" fmla="val 3902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8308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51,2 jt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2432304"/>
            <a:ext cx="2516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mentah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743200"/>
            <a:ext cx="251688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 payment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&amp; fare class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2998" y="1600200"/>
            <a:ext cx="2516886" cy="1874520"/>
          </a:xfrm>
          <a:prstGeom prst="roundRect">
            <a:avLst>
              <a:gd name="adj" fmla="val 3902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2998" y="178308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 GB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12998" y="2432304"/>
            <a:ext cx="2516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file 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2998" y="2743200"/>
            <a:ext cx="251688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strategi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khusus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9068" y="1600200"/>
            <a:ext cx="2516886" cy="1874520"/>
          </a:xfrm>
          <a:prstGeom prst="roundRect">
            <a:avLst>
              <a:gd name="adj" fmla="val 3902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9068" y="178308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59068" y="2432304"/>
            <a:ext cx="2516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stasiun transit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9068" y="2743200"/>
            <a:ext cx="251688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subway, SIR, tram —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jaringan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05138" y="1600200"/>
            <a:ext cx="2516886" cy="1874520"/>
          </a:xfrm>
          <a:prstGeom prst="roundRect">
            <a:avLst>
              <a:gd name="adj" fmla="val 3902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5138" y="1783080"/>
            <a:ext cx="25168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tahun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05138" y="2432304"/>
            <a:ext cx="2516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waktu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05138" y="2743200"/>
            <a:ext cx="251688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2022 –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767328"/>
            <a:ext cx="11055096" cy="1783080"/>
          </a:xfrm>
          <a:prstGeom prst="roundRect">
            <a:avLst>
              <a:gd name="adj" fmla="val 4103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041648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44752" y="4041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ditentukan dari profiling, bukan asumsi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44752" y="4498848"/>
            <a:ext cx="9820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tanggal dan jumlah stasiun diturunkan langsung dari min/max timestamp dan nunique() data aktual — tidak ada angka yang di-hardcode.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1 baris mislabel: stasiun Tompkinsville (SIR) tercatat sebagai “subway” hanya untuk 2 jam dengan total 3 penumpang — dikecualikan dengan alasan yang didokumentasikan.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kolom aktual berbeda dari deskripsi dataset (ridership vs entries, fare_class_category vs fare_type) — dipetakan ulang di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end-to-end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2571750" cy="1600200"/>
          </a:xfrm>
          <a:prstGeom prst="roundRect">
            <a:avLst>
              <a:gd name="adj" fmla="val 457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60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&amp; scope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data aktual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4710" y="1664208"/>
            <a:ext cx="2571750" cy="1600200"/>
          </a:xfrm>
          <a:prstGeom prst="roundRect">
            <a:avLst>
              <a:gd name="adj" fmla="val 457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0742" y="1901952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3650742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0742" y="2395728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0742" y="2697480"/>
            <a:ext cx="2160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Agregasi, gap fill,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 outlier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22492" y="1664208"/>
            <a:ext cx="2571750" cy="1600200"/>
          </a:xfrm>
          <a:prstGeom prst="roundRect">
            <a:avLst>
              <a:gd name="adj" fmla="val 457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8524" y="1901952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478524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8524" y="2395728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8524" y="2697480"/>
            <a:ext cx="2160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jam sibuk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ranking stasiun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0274" y="1664208"/>
            <a:ext cx="2571750" cy="1600200"/>
          </a:xfrm>
          <a:prstGeom prst="roundRect">
            <a:avLst>
              <a:gd name="adj" fmla="val 457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6306" y="1901952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9306306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06306" y="2395728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06306" y="2697480"/>
            <a:ext cx="2160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Lag, rolling,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kalender, kategorikal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511296"/>
            <a:ext cx="2571750" cy="1600200"/>
          </a:xfrm>
          <a:prstGeom prst="roundRect">
            <a:avLst>
              <a:gd name="adj" fmla="val 457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749040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242816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544568"/>
            <a:ext cx="2160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10 / 10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94710" y="3511296"/>
            <a:ext cx="2571750" cy="1600200"/>
          </a:xfrm>
          <a:prstGeom prst="roundRect">
            <a:avLst>
              <a:gd name="adj" fmla="val 457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0742" y="3749040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3650742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0742" y="4242816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50742" y="4544568"/>
            <a:ext cx="2160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18 trial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MLflow tracking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22492" y="3511296"/>
            <a:ext cx="2571750" cy="1600200"/>
          </a:xfrm>
          <a:prstGeom prst="roundRect">
            <a:avLst>
              <a:gd name="adj" fmla="val 457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8524" y="3749040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6478524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78524" y="4242816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8524" y="4544568"/>
            <a:ext cx="2160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naif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 untuned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50274" y="3511296"/>
            <a:ext cx="2571750" cy="1600200"/>
          </a:xfrm>
          <a:prstGeom prst="roundRect">
            <a:avLst>
              <a:gd name="adj" fmla="val 457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06306" y="3749040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1" name="Text 39"/>
          <p:cNvSpPr/>
          <p:nvPr/>
        </p:nvSpPr>
        <p:spPr>
          <a:xfrm>
            <a:off x="9306306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306306" y="4242816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306306" y="4544568"/>
            <a:ext cx="2160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interaktif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6928" y="56235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adalah script terpisah di src/ — bisa dijalankan ulang berurutan dan menghasilkan output byte-identik (sudah diverifikasi).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yang harus diambil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55096" cy="1298448"/>
          </a:xfrm>
          <a:prstGeom prst="roundRect">
            <a:avLst>
              <a:gd name="adj" fmla="val 5634"/>
            </a:avLst>
          </a:prstGeom>
          <a:solidFill>
            <a:srgbClr val="EDF3FC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066544"/>
            <a:ext cx="402336" cy="40233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8470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 GB tidak muat di memori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group_by Polars gagal alokasi memori (RAM 10,5 GB). Solusi: lazy scan_csv + sink_parquet untuk memangkas 12 kolom jadi 7 dulu, baru agregasi.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07424" y="20848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51,2 jt → 7,4 jt baris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1105509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3493008"/>
            <a:ext cx="402336" cy="40233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327355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151.474 gap jam kosong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62102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stasiun terverifikasi aktif sepanjang periode, jadi gap = nol tap tercatat. Diisi 0, bukan interpolasi, supaya sifat count tetap terjaga.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07424" y="35112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dari total baris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5096" cy="1298448"/>
          </a:xfrm>
          <a:prstGeom prst="roundRect">
            <a:avLst>
              <a:gd name="adj" fmla="val 5634"/>
            </a:avLst>
          </a:prstGeom>
          <a:solidFill>
            <a:srgbClr val="EDF3FC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4919472"/>
            <a:ext cx="402336" cy="402336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47000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Lonjakan ekstrem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04748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Di-cap pada Q3 + 3×IQR per stasiun. Threshold longgar (bukan 1,5×) supaya jam sibuk wajar dan event besar tidak ikut terpotong.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07424" y="4937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70.365 baris (0,93%)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kepadatan yang ditemukan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72768"/>
          <a:ext cx="71780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73568" y="1691640"/>
            <a:ext cx="3648456" cy="1133856"/>
          </a:xfrm>
          <a:prstGeom prst="roundRect">
            <a:avLst>
              <a:gd name="adj" fmla="val 645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18196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183880" y="2212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PUNCAK SORE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183880" y="241401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 entries/jam rata-rata weekday — diikuti puncak pagi jam 08:00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73568" y="2990088"/>
            <a:ext cx="3648456" cy="1133856"/>
          </a:xfrm>
          <a:prstGeom prst="roundRect">
            <a:avLst>
              <a:gd name="adj" fmla="val 645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83880" y="311810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1,7×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183880" y="3511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183880" y="371246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vs 202 entries/jam — pola commuter, bukan leisure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73568" y="4288536"/>
            <a:ext cx="3648456" cy="1133856"/>
          </a:xfrm>
          <a:prstGeom prst="roundRect">
            <a:avLst>
              <a:gd name="adj" fmla="val 6452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44165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84,5 jt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183880" y="4809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SQ-42 ST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83880" y="5010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stasiun tersibuk, jauh di atas Grand Central (59 jt)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&amp; penjagaan anti-leakage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55803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19656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1819656"/>
            <a:ext cx="173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67712"/>
            <a:ext cx="2100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lag_1h · lag_24h · lag_168h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962656"/>
            <a:ext cx="2100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jam lalu, hari lalu, minggu lalu — dihitung per stasiun.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9282" y="1600200"/>
            <a:ext cx="255803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7026" y="1819656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057650" y="1819656"/>
            <a:ext cx="173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7026" y="2267712"/>
            <a:ext cx="2100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rolling_mean_3h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rolling_mean_24h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37026" y="2962656"/>
            <a:ext cx="2100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shift(1) dulu baru rolling, agar jam t tidak ikut terhitung.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1636" y="1600200"/>
            <a:ext cx="255803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9380" y="1819656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890004" y="1819656"/>
            <a:ext cx="173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69380" y="2267712"/>
            <a:ext cx="2100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 · day_of_week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 · month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69380" y="2962656"/>
            <a:ext cx="2100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Menangkap ritme harian, mingguan, dan musiman.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63990" y="1600200"/>
            <a:ext cx="2558034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EE5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1734" y="1819656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9722358" y="1819656"/>
            <a:ext cx="1735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Kategorikal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01734" y="2267712"/>
            <a:ext cx="2100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station_complex · borough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4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transit_mode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01734" y="2962656"/>
            <a:ext cx="2100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model global untuk 428 stasiun (pandas category dtype).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5096" cy="1481328"/>
          </a:xfrm>
          <a:prstGeom prst="roundRect">
            <a:avLst>
              <a:gd name="adj" fmla="val 4938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31596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81328" y="43159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sumber leakage yang sengaja dihindari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81328" y="4754880"/>
            <a:ext cx="9774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transfers di-drop dari fitur — tercatat di jam yang sama dengan target, jadi memakainya = melihat masa depan.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dihitung dari shift(1).rolling_mean(), bukan rolling langsung, sehingga window hanya berisi jam sebelum t. Kebenaran lag diverifikasi ulang terhadap shift() manual.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berbasis waktu — dan satu koreksi penting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8943573" cy="658368"/>
          </a:xfrm>
          <a:prstGeom prst="rect">
            <a:avLst/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28800"/>
            <a:ext cx="89435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596896"/>
            <a:ext cx="8943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80,9%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6.056.628 baris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510501" y="1828800"/>
            <a:ext cx="1105510" cy="658368"/>
          </a:xfrm>
          <a:prstGeom prst="rect">
            <a:avLst/>
          </a:prstGeom>
          <a:solidFill>
            <a:srgbClr val="45528F"/>
          </a:solidFill>
          <a:ln w="12700">
            <a:solidFill>
              <a:srgbClr val="4552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10501" y="1828800"/>
            <a:ext cx="11055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10501" y="25968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10,0%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749.856 baris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616010" y="1828800"/>
            <a:ext cx="100601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16010" y="1828800"/>
            <a:ext cx="10060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16010" y="25968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9,1%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681.804 baris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15179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793224" y="15179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310128"/>
            <a:ext cx="5669280" cy="2240280"/>
          </a:xfrm>
          <a:prstGeom prst="roundRect">
            <a:avLst>
              <a:gd name="adj" fmla="val 3265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56616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" y="407822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Titik potong 80% jatuh di tengah libur Natal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4626864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25 Des hanya 1,3 juta/hari vs ~3,5–3,9 juta di hari kerja normal. Kalau dibiarkan, validation set dimulai dari periode anomali dan metrik tuning jadi bias.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3310128"/>
            <a:ext cx="5129784" cy="2240280"/>
          </a:xfrm>
          <a:prstGeom prst="roundRect">
            <a:avLst>
              <a:gd name="adj" fmla="val 3265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356616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40782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 digeser ke 2 Januari 2024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84848" y="46268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periode libur masuk ke training (model tetap belajar polanya), dan validation dimulai dari kondisi normal. Proporsi bergeser tipis ke 80,9 / 10,0 / 9,1 — deviasi yang disengaja dan didokumentasikan.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&amp; experiment tracking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892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Optuna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84448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trial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295144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terbatas dan disengaja — 7 hyperparameter dicari di atas train/val penuh (6 juta baris), bukan sampel.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447288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6484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84448" y="36667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tracking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405079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trial otomatis tercatat (params, MAE, RMSE) lewat autolog ke file store lokal.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5202936"/>
            <a:ext cx="5532120" cy="841248"/>
          </a:xfrm>
          <a:prstGeom prst="roundRect">
            <a:avLst>
              <a:gd name="adj" fmla="val 8696"/>
            </a:avLst>
          </a:prstGeom>
          <a:solidFill>
            <a:srgbClr val="2E241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5294376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5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yang tertangkap: n_estimators awalnya tersimpan sebagai batas atas pencarian Optuna, bukan best_iteration_ dari early stopping — model final akan melatih pohon berlebih. Diperbaiki lalu tuning diulang.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0" y="1691640"/>
            <a:ext cx="5175504" cy="4352544"/>
          </a:xfrm>
          <a:prstGeom prst="roundRect">
            <a:avLst>
              <a:gd name="adj" fmla="val 1681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883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terbaik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331720"/>
            <a:ext cx="4901184" cy="384048"/>
          </a:xfrm>
          <a:prstGeom prst="rect">
            <a:avLst/>
          </a:prstGeom>
          <a:solidFill>
            <a:srgbClr val="2B3559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3591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num_leaves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23591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7797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0" y="27797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3172968"/>
            <a:ext cx="4901184" cy="384048"/>
          </a:xfrm>
          <a:prstGeom prst="rect">
            <a:avLst/>
          </a:prstGeom>
          <a:solidFill>
            <a:srgbClr val="2B3559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2004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3200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0,0603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36210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0" y="36210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4014216"/>
            <a:ext cx="4901184" cy="384048"/>
          </a:xfrm>
          <a:prstGeom prst="rect">
            <a:avLst/>
          </a:prstGeom>
          <a:solidFill>
            <a:srgbClr val="2B3559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min_data_in_leaf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44622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feature_fraction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0" y="4462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0,623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4855464"/>
            <a:ext cx="4901184" cy="384048"/>
          </a:xfrm>
          <a:prstGeom prst="rect">
            <a:avLst/>
          </a:prstGeom>
          <a:solidFill>
            <a:srgbClr val="2B3559"/>
          </a:solidFill>
          <a:ln w="12700">
            <a:solidFill>
              <a:srgbClr val="2B3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48828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bagging_fraction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0" y="48828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0,918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5413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 terbaik: 25,95  ·  early stopping 50 rounds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DI TEST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mengungguli seluruh baseline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91056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91056"/>
            <a:ext cx="3849624" cy="1700784"/>
          </a:xfrm>
          <a:prstGeom prst="roundRect">
            <a:avLst>
              <a:gd name="adj" fmla="val 4301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783080"/>
            <a:ext cx="3849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40,7%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772400" y="2487168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akurat dari baseline naif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0" y="2798064"/>
            <a:ext cx="3849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25,06 vs 42,24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3529584"/>
            <a:ext cx="3849624" cy="859536"/>
          </a:xfrm>
          <a:prstGeom prst="roundRect">
            <a:avLst>
              <a:gd name="adj" fmla="val 8511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73568" y="3621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22,9%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326880" y="3675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baik dari LightGBM default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73568" y="40050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Optuna memberi kontribusi nyata, bukan formalitas.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4498848"/>
            <a:ext cx="3849624" cy="859536"/>
          </a:xfrm>
          <a:prstGeom prst="roundRect">
            <a:avLst>
              <a:gd name="adj" fmla="val 8511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73568" y="4590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±25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326880" y="4645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penumpang rata-rata meleset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73568" y="497433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stasiun yang menangani ribuan tap per jam saat puncak.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" y="5440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rolling average 24 jam (MAE 219,9) dikecualikan dari grafik agar skala tetap terbaca.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Seberapa dekat prediksinya?</a:t>
            </a:r>
            <a:endParaRPr lang="en-US" sz="3200" dirty="0"/>
          </a:p>
        </p:txBody>
      </p:sp>
      <p:pic>
        <p:nvPicPr>
          <p:cNvPr id="4" name="Image 0" descr="D:\Hourly Passenger Demand Forecasting for Mass Transit Stations\presentation\pred_z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7086600" cy="2706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40740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Sq-42 St, satu minggu di periode test (8–14 April 2024). Prediksi model menempel rapat pada aktual, sementara baseline naif kerap overshoot di puncak — lihat Rabu, Kamis, dan Sabtu.</a:t>
            </a:r>
            <a:endParaRPr lang="en-US" sz="1100" dirty="0"/>
          </a:p>
        </p:txBody>
      </p:sp>
      <p:pic>
        <p:nvPicPr>
          <p:cNvPr id="6" name="Image 1" descr="D:\Hourly Passenger Demand Forecasting for Mass Transit Stations\models\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72768"/>
            <a:ext cx="3749040" cy="24963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63840" y="4224528"/>
            <a:ext cx="3758184" cy="1417320"/>
          </a:xfrm>
          <a:prstGeom prst="roundRect">
            <a:avLst>
              <a:gd name="adj" fmla="val 5161"/>
            </a:avLst>
          </a:prstGeom>
          <a:solidFill>
            <a:srgbClr val="EDF3FC"/>
          </a:solidFill>
          <a:ln w="12700">
            <a:solidFill>
              <a:srgbClr val="EDF3F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65008" y="4370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mingguan = sinyal terkuat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065008" y="470001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lag_168h (nilai minggu lalu) mendominasi gain, disusul lag_24h dan lag_1h. Fitur stasiun justru kecil — histori lag sudah menangkap karakter tiap stasiun secara implisit.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66928" y="507492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naif juga memakai nilai minggu lalu — tapi model tetap menang 40,7%, karena ia mengoreksi nilai itu dengan konteks jam, hari, tren jangka pendek, dan karakter stasiun.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operasional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673352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428 stasiun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" y="189280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&amp; warna titik = volume ridership; stasiun terpilih disorot.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" y="2514600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441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interaktif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273405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stasiun mana pun dan rentang waktu di periode test.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" y="3355848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282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vs prediksi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57530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per jam, lengkap dengan pembanding baseline naif.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" y="4197096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123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ganda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441655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MAE/RMSE keseluruhan berdampingan dengan metrik stasiun terpilih.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" y="5038344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4965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jam sibuk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52578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 jam &amp; kartu jam puncak untuk tiap stasiun.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80644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5806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dashboard/app.py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1600200"/>
            <a:ext cx="5266944" cy="4160520"/>
          </a:xfrm>
          <a:prstGeom prst="roundRect">
            <a:avLst>
              <a:gd name="adj" fmla="val 1758"/>
            </a:avLst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jaringan — 428 stasiun</a:t>
            </a:r>
            <a:endParaRPr lang="en-US" sz="14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92240" y="2103120"/>
          <a:ext cx="5120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6629400" y="5394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Diplot dari koordinat asli tiap stasiun di dataset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&amp; LANGKAH LANJUT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saya bawa dari project ini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806440" cy="1243584"/>
          </a:xfrm>
          <a:prstGeom prst="roundRect">
            <a:avLst>
              <a:gd name="adj" fmla="val 5882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7568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26464" y="18836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data skala besar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221284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 file 7,5 GB di RAM 10,5 GB butuh strategi, bukan sekadar library cepat.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054096"/>
            <a:ext cx="5806440" cy="1243584"/>
          </a:xfrm>
          <a:prstGeom prst="roundRect">
            <a:avLst>
              <a:gd name="adj" fmla="val 5882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465576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26464" y="32735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berbasis bukti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26464" y="3602736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gap filling, capping outlier, dan batas split — semua diturunkan dari profiling dan didokumentasikan.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443984"/>
            <a:ext cx="5806440" cy="1243584"/>
          </a:xfrm>
          <a:prstGeom prst="roundRect">
            <a:avLst>
              <a:gd name="adj" fmla="val 5882"/>
            </a:avLst>
          </a:prstGeom>
          <a:solidFill>
            <a:srgbClr val="232C50"/>
          </a:solidFill>
          <a:ln w="12700">
            <a:solidFill>
              <a:srgbClr val="3640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855464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855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26464" y="4663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Disiplin validasi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499262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 di dua titik, split time-based, dan pipeline yang terbukti reproducible byte-identik.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0" y="1664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lanjut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2121408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multi-step (24 jam ke depan sekaligus) untuk perencanaan shift dan armada harian.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eksternal: cuaca, event besar, dan gangguan layanan yang diketahui memicu lonjakan.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per-cluster stasiun, memisahkan hub besar dari stasiun residensial kecil.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Fusion Transformer sebagai pembanding — sengaja di luar scope kali ini karena biaya setup dan training.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75120" y="4956048"/>
            <a:ext cx="4937760" cy="841248"/>
          </a:xfrm>
          <a:prstGeom prst="roundRect">
            <a:avLst>
              <a:gd name="adj" fmla="val 8696"/>
            </a:avLst>
          </a:prstGeom>
          <a:solidFill>
            <a:srgbClr val="232C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50657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lengkap &amp; dokumentasi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03720" y="53218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github.com/loxleyftsck/transit-demand-forecasting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Hourly Passenger Demand Forecasting for Mass Transit Stations</dc:title>
  <dc:subject>PptxGenJS Presentation</dc:subject>
  <dc:creator>Herald Michain</dc:creator>
  <cp:lastModifiedBy>Herald Michain</cp:lastModifiedBy>
  <cp:revision>1</cp:revision>
  <dcterms:created xsi:type="dcterms:W3CDTF">2026-07-27T21:32:03Z</dcterms:created>
  <dcterms:modified xsi:type="dcterms:W3CDTF">2026-07-27T21:32:03Z</dcterms:modified>
</cp:coreProperties>
</file>